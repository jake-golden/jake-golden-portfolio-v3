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2" r:id="rId2"/>
    <p:sldId id="273" r:id="rId3"/>
    <p:sldId id="274" r:id="rId4"/>
    <p:sldId id="275" r:id="rId5"/>
    <p:sldId id="277" r:id="rId6"/>
    <p:sldId id="278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B7"/>
    <a:srgbClr val="DDCF9C"/>
    <a:srgbClr val="E0BE91"/>
    <a:srgbClr val="D1CADB"/>
    <a:srgbClr val="B4DAD3"/>
    <a:srgbClr val="D9D9B7"/>
    <a:srgbClr val="DDC8A4"/>
    <a:srgbClr val="E2AEBF"/>
    <a:srgbClr val="DDC6BB"/>
    <a:srgbClr val="5D3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4"/>
    <p:restoredTop sz="94570"/>
  </p:normalViewPr>
  <p:slideViewPr>
    <p:cSldViewPr snapToGrid="0">
      <p:cViewPr>
        <p:scale>
          <a:sx n="161" d="100"/>
          <a:sy n="161" d="100"/>
        </p:scale>
        <p:origin x="-24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A235F-D1D8-3547-B94E-9D31DDC8194E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74887-B1B6-5447-BE42-E7A05222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1E45-4BAD-DDF7-9625-73183C01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EBFA0-7C7A-2666-1FA9-1EC91CD7F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A3EA6-D037-37B5-0092-A78991B00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6AFF0-E531-479D-14ED-24AFFD2CC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74887-B1B6-5447-BE42-E7A0522269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8782-6812-837F-6369-8B4C0EF3A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3AD18-35C2-E7D0-4AFC-83622E53E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B5C9-1237-4759-C91E-2C2CE00D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19A2D-CA78-6E0D-3A72-C0F00369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B2C8-8F9B-E463-6E5D-F0253B0E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3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F14D-ACC7-6D93-CA86-E08550C8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5FFC0-99A9-53C0-E7DF-1FA42074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E12B2-C7D7-DC8E-736F-B53B75DB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3B306-6879-3AF7-A044-F9C0683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20F7-4494-2461-6757-CB7A350C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4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D04C-BD34-53A5-C36E-51524D16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780F0-1570-3D72-6258-A437C20E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B474-25AD-0270-B725-5FCAC6BD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5424-6394-C68B-C1F4-7D88F7EA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5090-A178-6BBE-3DF8-4131C725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6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1A76-F09C-E1B2-A19B-AB6A64BA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849C-6B52-2378-E1DB-2DF44F1B7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F5DE-3933-F2D2-C8A8-39C18D71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0A1E-A751-5EB9-FBCB-B2789A95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F6C5B-33DC-77B0-23D0-705FD6EF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4533-8C9E-9C75-048C-9ABEA8A9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3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AF5E-7385-AE64-2280-0F299958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907A2-E878-D279-459A-ABF07370C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2FF86-595B-6531-AE5F-BEB1F2F8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DEF81-0BF1-4513-A676-4788D20EE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00872-31EF-A14B-063D-F52DC6AC7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1A029-B772-E5AF-886D-A229B72B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B348E-F662-6229-9981-BA1C0F59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4DE95-D1EC-E555-1F56-353BFFF7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B45C-65B4-3FB7-29E8-A635B627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8F250-A86D-C532-3015-0B166BD3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66363-AF98-33DA-DA5C-8C57A81E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B1AD6-32E0-5B24-6962-AC6ECD52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84B9B-6AA7-888A-685C-82113D17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13EC2-EEAC-0DE6-01D8-27465FFF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7F423-B604-B2D2-9DDC-CB2F051A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2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4E62-3A7A-96D9-1DE6-84020780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80ABD-38DF-D188-CC97-F09C8CAA7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3FE5-37F6-78C7-0EA7-423000F9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9EE8D-BF24-5245-C6C6-983AC0E1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0C180-50BA-9CFF-7BFF-7C6D733D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A729F-0E8D-3EFC-FF2A-B626688A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A3BF-51CF-E24E-7755-962AA23D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FAA65-D266-BAA0-43BA-D31B90512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98991-24A4-41BD-5ABD-2C4F3440A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D004-E86C-7F62-E340-8A86B7F6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CA216-F623-B65A-D1F3-D1B16A79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AE464-5193-2AD9-4430-C566ECB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ED28-C9B8-15B9-6BEC-539BEBA1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1FC14-8030-7F78-2D5F-006DC5B5F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133A-E232-191C-21CB-E3BC1959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D326-319F-BCEA-AC68-C3DE39EE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7D64-183B-4BCD-EC1F-04D7DAF1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5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D04F4-C866-4A38-E922-1C4DB8F34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B1763-B86E-5B81-C847-85F81E7B7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C851-7162-9368-5F3C-CEA42CCF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4298-A02F-D710-2789-28DC1579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8ACA-25C2-4829-2E2D-EB7A8917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9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34A1F-9CE4-61BA-E6A2-C07A5D25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9338C-E317-3616-6C47-CFE17EA02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DFE7-1D76-AA83-2FF1-56022364C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37D36-C8FE-79BC-0F12-F3F3302B3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3451-ED42-7DFF-85E3-330EE5EBB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0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04A8-2E8A-1C0C-FBE4-D4BB713C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5F61A2-4025-D612-7797-FCC0330ACF0B}"/>
              </a:ext>
            </a:extLst>
          </p:cNvPr>
          <p:cNvSpPr/>
          <p:nvPr/>
        </p:nvSpPr>
        <p:spPr>
          <a:xfrm>
            <a:off x="1633048" y="1043435"/>
            <a:ext cx="1926655" cy="871060"/>
          </a:xfrm>
          <a:prstGeom prst="rect">
            <a:avLst/>
          </a:prstGeom>
          <a:solidFill>
            <a:srgbClr val="D1CA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Differential Amplifier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0DAD6-2A19-9ED1-3C3C-8D1BC5496D9D}"/>
              </a:ext>
            </a:extLst>
          </p:cNvPr>
          <p:cNvSpPr/>
          <p:nvPr/>
        </p:nvSpPr>
        <p:spPr>
          <a:xfrm>
            <a:off x="4371586" y="1127074"/>
            <a:ext cx="1436546" cy="709137"/>
          </a:xfrm>
          <a:prstGeom prst="rect">
            <a:avLst/>
          </a:prstGeom>
          <a:solidFill>
            <a:srgbClr val="D1CA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RC High-Pass Filter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C0B13-A915-BDF6-3613-88FC7E5163F8}"/>
              </a:ext>
            </a:extLst>
          </p:cNvPr>
          <p:cNvSpPr/>
          <p:nvPr/>
        </p:nvSpPr>
        <p:spPr>
          <a:xfrm>
            <a:off x="6265332" y="1127074"/>
            <a:ext cx="1436546" cy="709137"/>
          </a:xfrm>
          <a:prstGeom prst="rect">
            <a:avLst/>
          </a:prstGeom>
          <a:solidFill>
            <a:srgbClr val="D1CA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RC Low-Pass Filter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2820A-559D-1879-F93D-6A57E149009F}"/>
              </a:ext>
            </a:extLst>
          </p:cNvPr>
          <p:cNvSpPr/>
          <p:nvPr/>
        </p:nvSpPr>
        <p:spPr>
          <a:xfrm>
            <a:off x="8159078" y="1123368"/>
            <a:ext cx="1436546" cy="709137"/>
          </a:xfrm>
          <a:prstGeom prst="rect">
            <a:avLst/>
          </a:prstGeom>
          <a:solidFill>
            <a:srgbClr val="D1CA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Active Gain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2178C-51E5-23C9-32F2-BBF671875351}"/>
              </a:ext>
            </a:extLst>
          </p:cNvPr>
          <p:cNvSpPr/>
          <p:nvPr/>
        </p:nvSpPr>
        <p:spPr>
          <a:xfrm>
            <a:off x="10052824" y="1123368"/>
            <a:ext cx="1574800" cy="709137"/>
          </a:xfrm>
          <a:prstGeom prst="rect">
            <a:avLst/>
          </a:prstGeom>
          <a:solidFill>
            <a:srgbClr val="D1CA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Comparator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93145-CEFF-F4C2-E8FF-22270E609D33}"/>
              </a:ext>
            </a:extLst>
          </p:cNvPr>
          <p:cNvSpPr/>
          <p:nvPr/>
        </p:nvSpPr>
        <p:spPr>
          <a:xfrm>
            <a:off x="6891866" y="2743201"/>
            <a:ext cx="4735758" cy="1834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Arduino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436304-4C06-8EE2-A2D3-C31342AA31C8}"/>
              </a:ext>
            </a:extLst>
          </p:cNvPr>
          <p:cNvSpPr/>
          <p:nvPr/>
        </p:nvSpPr>
        <p:spPr>
          <a:xfrm>
            <a:off x="-845814" y="1043435"/>
            <a:ext cx="1926655" cy="871060"/>
          </a:xfrm>
          <a:prstGeom prst="rect">
            <a:avLst/>
          </a:prstGeom>
          <a:solidFill>
            <a:srgbClr val="E2AEB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Frog Heart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7F61C6-E6CA-5958-FE63-11F0AF4E8B8B}"/>
              </a:ext>
            </a:extLst>
          </p:cNvPr>
          <p:cNvSpPr/>
          <p:nvPr/>
        </p:nvSpPr>
        <p:spPr>
          <a:xfrm>
            <a:off x="12820031" y="3306073"/>
            <a:ext cx="1817443" cy="709137"/>
          </a:xfrm>
          <a:prstGeom prst="rect">
            <a:avLst/>
          </a:prstGeom>
          <a:solidFill>
            <a:srgbClr val="B4DAD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OLED Display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89D3AF-8FDE-9825-91DE-13BA2D69C2C7}"/>
              </a:ext>
            </a:extLst>
          </p:cNvPr>
          <p:cNvSpPr/>
          <p:nvPr/>
        </p:nvSpPr>
        <p:spPr>
          <a:xfrm>
            <a:off x="12820031" y="1123368"/>
            <a:ext cx="1817443" cy="709137"/>
          </a:xfrm>
          <a:prstGeom prst="rect">
            <a:avLst/>
          </a:prstGeom>
          <a:solidFill>
            <a:srgbClr val="B4DAD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Potentiometer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B1F57-7528-AF47-0B4C-8DE136C93453}"/>
              </a:ext>
            </a:extLst>
          </p:cNvPr>
          <p:cNvSpPr/>
          <p:nvPr/>
        </p:nvSpPr>
        <p:spPr>
          <a:xfrm>
            <a:off x="2648674" y="3194831"/>
            <a:ext cx="2651461" cy="931624"/>
          </a:xfrm>
          <a:prstGeom prst="rect">
            <a:avLst/>
          </a:prstGeom>
          <a:solidFill>
            <a:srgbClr val="E0BE9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Capacitive Discharge Stimulation Circuit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89306A-15C6-4286-E1D1-CF4F5181B029}"/>
              </a:ext>
            </a:extLst>
          </p:cNvPr>
          <p:cNvCxnSpPr>
            <a:cxnSpLocks/>
            <a:stCxn id="13" idx="3"/>
            <a:endCxn id="4" idx="1"/>
          </p:cNvCxnSpPr>
          <p:nvPr/>
        </p:nvCxnSpPr>
        <p:spPr>
          <a:xfrm>
            <a:off x="1080841" y="1478965"/>
            <a:ext cx="55220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1E7925-C8B6-A6E0-EE47-AF2B3470D01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559703" y="1478965"/>
            <a:ext cx="811883" cy="267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2C2451-B299-72F5-55D2-3701FA1C2C7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808132" y="1477935"/>
            <a:ext cx="457200" cy="37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C31DE3-A786-A16D-0CD1-2D4D962E9CF5}"/>
              </a:ext>
            </a:extLst>
          </p:cNvPr>
          <p:cNvCxnSpPr>
            <a:cxnSpLocks/>
          </p:cNvCxnSpPr>
          <p:nvPr/>
        </p:nvCxnSpPr>
        <p:spPr>
          <a:xfrm>
            <a:off x="7713130" y="1477935"/>
            <a:ext cx="457200" cy="37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CB9D4C-E933-F0E5-C55C-ABA8A4CC89AA}"/>
              </a:ext>
            </a:extLst>
          </p:cNvPr>
          <p:cNvCxnSpPr>
            <a:cxnSpLocks/>
          </p:cNvCxnSpPr>
          <p:nvPr/>
        </p:nvCxnSpPr>
        <p:spPr>
          <a:xfrm>
            <a:off x="9584372" y="1477935"/>
            <a:ext cx="457200" cy="37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E92FF9-6170-717B-92FD-EF49BD2F550F}"/>
              </a:ext>
            </a:extLst>
          </p:cNvPr>
          <p:cNvCxnSpPr>
            <a:cxnSpLocks/>
          </p:cNvCxnSpPr>
          <p:nvPr/>
        </p:nvCxnSpPr>
        <p:spPr>
          <a:xfrm>
            <a:off x="8877351" y="1832504"/>
            <a:ext cx="0" cy="9106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DAE6B5-589F-12A6-6B3F-066653F9B776}"/>
              </a:ext>
            </a:extLst>
          </p:cNvPr>
          <p:cNvCxnSpPr>
            <a:cxnSpLocks/>
          </p:cNvCxnSpPr>
          <p:nvPr/>
        </p:nvCxnSpPr>
        <p:spPr>
          <a:xfrm>
            <a:off x="10807751" y="1832504"/>
            <a:ext cx="0" cy="9106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7316C6-17D8-CE49-EEFC-F582C7CB4356}"/>
              </a:ext>
            </a:extLst>
          </p:cNvPr>
          <p:cNvSpPr txBox="1"/>
          <p:nvPr/>
        </p:nvSpPr>
        <p:spPr>
          <a:xfrm>
            <a:off x="8568129" y="2763979"/>
            <a:ext cx="618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ADC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D10664-7C76-CD92-F1EB-B1F39FE3A133}"/>
              </a:ext>
            </a:extLst>
          </p:cNvPr>
          <p:cNvSpPr txBox="1"/>
          <p:nvPr/>
        </p:nvSpPr>
        <p:spPr>
          <a:xfrm>
            <a:off x="10498529" y="2750779"/>
            <a:ext cx="618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ADC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F7F252D-99FB-C683-ED34-E143FB23792C}"/>
              </a:ext>
            </a:extLst>
          </p:cNvPr>
          <p:cNvCxnSpPr>
            <a:cxnSpLocks/>
            <a:stCxn id="12" idx="1"/>
            <a:endCxn id="17" idx="3"/>
          </p:cNvCxnSpPr>
          <p:nvPr/>
        </p:nvCxnSpPr>
        <p:spPr>
          <a:xfrm flipH="1" flipV="1">
            <a:off x="5300135" y="3660643"/>
            <a:ext cx="1591731" cy="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777189D-F32C-541D-6E44-765374C141BD}"/>
              </a:ext>
            </a:extLst>
          </p:cNvPr>
          <p:cNvSpPr txBox="1"/>
          <p:nvPr/>
        </p:nvSpPr>
        <p:spPr>
          <a:xfrm>
            <a:off x="6891866" y="3383710"/>
            <a:ext cx="8949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Digital</a:t>
            </a:r>
          </a:p>
          <a:p>
            <a:r>
              <a:rPr lang="en-US" sz="1600" dirty="0">
                <a:latin typeface="Trebuchet MS" panose="020B0703020202090204" pitchFamily="34" charset="0"/>
              </a:rPr>
              <a:t>Out 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B095410-7F01-695E-4C6F-5A0DA800604B}"/>
              </a:ext>
            </a:extLst>
          </p:cNvPr>
          <p:cNvCxnSpPr>
            <a:cxnSpLocks/>
            <a:stCxn id="15" idx="1"/>
            <a:endCxn id="11" idx="3"/>
          </p:cNvCxnSpPr>
          <p:nvPr/>
        </p:nvCxnSpPr>
        <p:spPr>
          <a:xfrm flipH="1">
            <a:off x="11627624" y="1477937"/>
            <a:ext cx="119240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DB760B4-EADB-9FFC-6F17-40E4C00C493A}"/>
              </a:ext>
            </a:extLst>
          </p:cNvPr>
          <p:cNvCxnSpPr>
            <a:cxnSpLocks/>
            <a:stCxn id="53" idx="3"/>
            <a:endCxn id="14" idx="1"/>
          </p:cNvCxnSpPr>
          <p:nvPr/>
        </p:nvCxnSpPr>
        <p:spPr>
          <a:xfrm flipV="1">
            <a:off x="11627624" y="3660642"/>
            <a:ext cx="119240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9C74FBB-98C2-D668-BD80-6D0ECC9F64AB}"/>
              </a:ext>
            </a:extLst>
          </p:cNvPr>
          <p:cNvSpPr txBox="1"/>
          <p:nvPr/>
        </p:nvSpPr>
        <p:spPr>
          <a:xfrm>
            <a:off x="11914605" y="3314081"/>
            <a:ext cx="6184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rebuchet MS" panose="020B0703020202090204" pitchFamily="34" charset="0"/>
              </a:rPr>
              <a:t>I2C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EA1943-B220-EC25-ED5A-3349D5A534E2}"/>
              </a:ext>
            </a:extLst>
          </p:cNvPr>
          <p:cNvSpPr txBox="1"/>
          <p:nvPr/>
        </p:nvSpPr>
        <p:spPr>
          <a:xfrm>
            <a:off x="10732669" y="3368255"/>
            <a:ext cx="8949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Digital</a:t>
            </a:r>
          </a:p>
          <a:p>
            <a:pPr algn="r"/>
            <a:r>
              <a:rPr lang="en-US" sz="1600" dirty="0">
                <a:latin typeface="Trebuchet MS" panose="020B0703020202090204" pitchFamily="34" charset="0"/>
              </a:rPr>
              <a:t>Out 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C465618-6833-D32D-F60C-B655837A8C7A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90055" y="3660643"/>
            <a:ext cx="2558619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B985834-CA46-370A-78D1-DB9640721FA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17514" y="1914495"/>
            <a:ext cx="0" cy="174614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FB1843E-03D9-9986-1EA4-960AE65BD821}"/>
              </a:ext>
            </a:extLst>
          </p:cNvPr>
          <p:cNvSpPr txBox="1"/>
          <p:nvPr/>
        </p:nvSpPr>
        <p:spPr>
          <a:xfrm>
            <a:off x="10829745" y="2065665"/>
            <a:ext cx="1786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QRS Detection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C56C33-5490-DC2B-C76A-D1FC6B3AEB1D}"/>
              </a:ext>
            </a:extLst>
          </p:cNvPr>
          <p:cNvSpPr txBox="1"/>
          <p:nvPr/>
        </p:nvSpPr>
        <p:spPr>
          <a:xfrm>
            <a:off x="7078148" y="2065665"/>
            <a:ext cx="1786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Conditioned EGM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1A9729-3B11-04CD-243D-780FB13E3E53}"/>
              </a:ext>
            </a:extLst>
          </p:cNvPr>
          <p:cNvSpPr txBox="1"/>
          <p:nvPr/>
        </p:nvSpPr>
        <p:spPr>
          <a:xfrm>
            <a:off x="11714068" y="863415"/>
            <a:ext cx="11924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Detection</a:t>
            </a:r>
          </a:p>
          <a:p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Threshold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F24F67-F9E6-CFCE-9DAC-089D52F59F62}"/>
              </a:ext>
            </a:extLst>
          </p:cNvPr>
          <p:cNvSpPr txBox="1"/>
          <p:nvPr/>
        </p:nvSpPr>
        <p:spPr>
          <a:xfrm>
            <a:off x="3489590" y="878115"/>
            <a:ext cx="811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Raw EGM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84D8A-42C0-CBF5-B7F0-15CE1C744C55}"/>
              </a:ext>
            </a:extLst>
          </p:cNvPr>
          <p:cNvSpPr>
            <a:spLocks noChangeAspect="1"/>
          </p:cNvSpPr>
          <p:nvPr/>
        </p:nvSpPr>
        <p:spPr>
          <a:xfrm>
            <a:off x="-1481938" y="-811787"/>
            <a:ext cx="16747607" cy="6432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13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443883-7FCD-FA23-D7B0-EA3AFACE1C6A}"/>
              </a:ext>
            </a:extLst>
          </p:cNvPr>
          <p:cNvSpPr>
            <a:spLocks noChangeAspect="1"/>
          </p:cNvSpPr>
          <p:nvPr/>
        </p:nvSpPr>
        <p:spPr>
          <a:xfrm>
            <a:off x="756742" y="691977"/>
            <a:ext cx="10696763" cy="4108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D6AA379-9F7A-0BEC-3BB6-F855FED34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069" t="10349" r="20768" b="64903"/>
          <a:stretch>
            <a:fillRect/>
          </a:stretch>
        </p:blipFill>
        <p:spPr>
          <a:xfrm>
            <a:off x="756742" y="1359242"/>
            <a:ext cx="10673211" cy="300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9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DC55C4C-FA3F-34F1-D40F-6482F5649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908" t="55999" r="49154" b="25022"/>
          <a:stretch>
            <a:fillRect/>
          </a:stretch>
        </p:blipFill>
        <p:spPr>
          <a:xfrm>
            <a:off x="1290061" y="901246"/>
            <a:ext cx="9611877" cy="36896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EEE686-3652-1160-CFF3-556F2E757573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DC0BE-7E9A-6C7F-F713-51E6A2FC30BF}"/>
              </a:ext>
            </a:extLst>
          </p:cNvPr>
          <p:cNvSpPr>
            <a:spLocks noChangeAspect="1"/>
          </p:cNvSpPr>
          <p:nvPr/>
        </p:nvSpPr>
        <p:spPr>
          <a:xfrm>
            <a:off x="756742" y="691977"/>
            <a:ext cx="10696763" cy="4108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46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E9C389-B6FD-41A0-5FF3-4ADFA9F39C0E}"/>
              </a:ext>
            </a:extLst>
          </p:cNvPr>
          <p:cNvSpPr>
            <a:spLocks noChangeAspect="1"/>
          </p:cNvSpPr>
          <p:nvPr/>
        </p:nvSpPr>
        <p:spPr>
          <a:xfrm>
            <a:off x="756742" y="691976"/>
            <a:ext cx="10696763" cy="4962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94B82-FFDB-9A63-C5D3-B652C8A4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2" y="1116771"/>
            <a:ext cx="10627755" cy="413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9DA09-F54F-E329-90D8-EACAA9DF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89C383-2FDF-6C0B-5560-F9A4E201E88D}"/>
              </a:ext>
            </a:extLst>
          </p:cNvPr>
          <p:cNvSpPr>
            <a:spLocks noChangeAspect="1"/>
          </p:cNvSpPr>
          <p:nvPr/>
        </p:nvSpPr>
        <p:spPr>
          <a:xfrm>
            <a:off x="1271239" y="691976"/>
            <a:ext cx="9701561" cy="4962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94D3E3-CE24-FF3C-A2E7-DAD0F065B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3585" t="51063" r="26185" b="33211"/>
          <a:stretch>
            <a:fillRect/>
          </a:stretch>
        </p:blipFill>
        <p:spPr>
          <a:xfrm>
            <a:off x="1751684" y="772756"/>
            <a:ext cx="8740669" cy="480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8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77ED-03B4-755C-4E24-E39F0308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1CAB3E-D05D-7A81-338E-7319213555B3}"/>
              </a:ext>
            </a:extLst>
          </p:cNvPr>
          <p:cNvSpPr>
            <a:spLocks noChangeAspect="1"/>
          </p:cNvSpPr>
          <p:nvPr/>
        </p:nvSpPr>
        <p:spPr>
          <a:xfrm>
            <a:off x="1271239" y="691976"/>
            <a:ext cx="9701561" cy="4962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F9310-F495-CCED-4D2B-0F226B5A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03" y="793510"/>
            <a:ext cx="9553032" cy="475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4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EC7B-B265-B734-E537-A871BD6B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7DF133E-5E5A-6EF5-DD87-5CD6EB88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40" y="786225"/>
            <a:ext cx="10567720" cy="47743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4DAAD3-8712-210B-BCB9-F4A0CD10099C}"/>
              </a:ext>
            </a:extLst>
          </p:cNvPr>
          <p:cNvSpPr>
            <a:spLocks noChangeAspect="1"/>
          </p:cNvSpPr>
          <p:nvPr/>
        </p:nvSpPr>
        <p:spPr>
          <a:xfrm>
            <a:off x="756742" y="691976"/>
            <a:ext cx="10696763" cy="496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337DD6-7D66-C47D-BA6E-41465F473507}"/>
              </a:ext>
            </a:extLst>
          </p:cNvPr>
          <p:cNvCxnSpPr>
            <a:cxnSpLocks/>
          </p:cNvCxnSpPr>
          <p:nvPr/>
        </p:nvCxnSpPr>
        <p:spPr>
          <a:xfrm>
            <a:off x="5742893" y="1691259"/>
            <a:ext cx="251012" cy="349623"/>
          </a:xfrm>
          <a:prstGeom prst="straightConnector1">
            <a:avLst/>
          </a:prstGeom>
          <a:ln w="38100">
            <a:solidFill>
              <a:srgbClr val="0064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BE412C-FE39-6C74-CFF5-368B0F3E611F}"/>
              </a:ext>
            </a:extLst>
          </p:cNvPr>
          <p:cNvSpPr txBox="1"/>
          <p:nvPr/>
        </p:nvSpPr>
        <p:spPr>
          <a:xfrm>
            <a:off x="4563194" y="1381058"/>
            <a:ext cx="1416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64B7"/>
                </a:solidFill>
              </a:rPr>
              <a:t>LRI expired!</a:t>
            </a:r>
          </a:p>
        </p:txBody>
      </p:sp>
    </p:spTree>
    <p:extLst>
      <p:ext uri="{BB962C8B-B14F-4D97-AF65-F5344CB8AC3E}">
        <p14:creationId xmlns:p14="http://schemas.microsoft.com/office/powerpoint/2010/main" val="27647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</TotalTime>
  <Words>40</Words>
  <Application>Microsoft Macintosh PowerPoint</Application>
  <PresentationFormat>Widescreen</PresentationFormat>
  <Paragraphs>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Golden</dc:creator>
  <cp:lastModifiedBy>Jake Golden</cp:lastModifiedBy>
  <cp:revision>13</cp:revision>
  <dcterms:created xsi:type="dcterms:W3CDTF">2025-10-13T19:06:52Z</dcterms:created>
  <dcterms:modified xsi:type="dcterms:W3CDTF">2026-05-10T02:34:37Z</dcterms:modified>
</cp:coreProperties>
</file>