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9"/>
  </p:normalViewPr>
  <p:slideViewPr>
    <p:cSldViewPr snapToGrid="0">
      <p:cViewPr>
        <p:scale>
          <a:sx n="106" d="100"/>
          <a:sy n="106" d="100"/>
        </p:scale>
        <p:origin x="52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8782-6812-837F-6369-8B4C0EF3A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3AD18-35C2-E7D0-4AFC-83622E53E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2B5C9-1237-4759-C91E-2C2CE00DF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19A2D-CA78-6E0D-3A72-C0F00369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0B2C8-8F9B-E463-6E5D-F0253B0E7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3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F14D-ACC7-6D93-CA86-E08550C8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5FFC0-99A9-53C0-E7DF-1FA420747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E12B2-C7D7-DC8E-736F-B53B75DB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3B306-6879-3AF7-A044-F9C06832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20F7-4494-2461-6757-CB7A350C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4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D04C-BD34-53A5-C36E-51524D16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780F0-1570-3D72-6258-A437C20E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5B474-25AD-0270-B725-5FCAC6BD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95424-6394-C68B-C1F4-7D88F7EA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A5090-A178-6BBE-3DF8-4131C725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65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1A76-F09C-E1B2-A19B-AB6A64BA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0849C-6B52-2378-E1DB-2DF44F1B7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5F5DE-3933-F2D2-C8A8-39C18D712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F0A1E-A751-5EB9-FBCB-B2789A95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F6C5B-33DC-77B0-23D0-705FD6EF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04533-8C9E-9C75-048C-9ABEA8A9C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3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AF5E-7385-AE64-2280-0F299958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907A2-E878-D279-459A-ABF07370C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2FF86-595B-6531-AE5F-BEB1F2F81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5DEF81-0BF1-4513-A676-4788D20EE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00872-31EF-A14B-063D-F52DC6AC7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1A029-B772-E5AF-886D-A229B72B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B348E-F662-6229-9981-BA1C0F59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4DE95-D1EC-E555-1F56-353BFFF7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0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B45C-65B4-3FB7-29E8-A635B627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18F250-A86D-C532-3015-0B166BD3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66363-AF98-33DA-DA5C-8C57A81E4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B1AD6-32E0-5B24-6962-AC6ECD52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3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84B9B-6AA7-888A-685C-82113D17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13EC2-EEAC-0DE6-01D8-27465FFF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7F423-B604-B2D2-9DDC-CB2F051A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2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4E62-3A7A-96D9-1DE6-84020780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80ABD-38DF-D188-CC97-F09C8CAA7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93FE5-37F6-78C7-0EA7-423000F99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9EE8D-BF24-5245-C6C6-983AC0E1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0C180-50BA-9CFF-7BFF-7C6D733D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A729F-0E8D-3EFC-FF2A-B626688A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27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A3BF-51CF-E24E-7755-962AA23D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FAA65-D266-BAA0-43BA-D31B90512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98991-24A4-41BD-5ABD-2C4F3440A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6D004-E86C-7F62-E340-8A86B7F68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CA216-F623-B65A-D1F3-D1B16A79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AE464-5193-2AD9-4430-C566ECB9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6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ED28-C9B8-15B9-6BEC-539BEBA1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1FC14-8030-7F78-2D5F-006DC5B5F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F133A-E232-191C-21CB-E3BC1959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CD326-319F-BCEA-AC68-C3DE39EE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E7D64-183B-4BCD-EC1F-04D7DAF15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5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D04F4-C866-4A38-E922-1C4DB8F34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3B1763-B86E-5B81-C847-85F81E7B7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1C851-7162-9368-5F3C-CEA42CCF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04298-A02F-D710-2789-28DC1579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8ACA-25C2-4829-2E2D-EB7A8917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9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34A1F-9CE4-61BA-E6A2-C07A5D25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9338C-E317-3616-6C47-CFE17EA02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EDFE7-1D76-AA83-2FF1-56022364C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E2787-809E-9049-9C6F-D5528A76A6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37D36-C8FE-79BC-0F12-F3F3302B3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3451-ED42-7DFF-85E3-330EE5EBB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0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292F49F-30DE-9A4B-2565-6FA0D0B4CDCD}"/>
                  </a:ext>
                </a:extLst>
              </p:cNvPr>
              <p:cNvSpPr/>
              <p:nvPr/>
            </p:nvSpPr>
            <p:spPr>
              <a:xfrm>
                <a:off x="5225612" y="1748509"/>
                <a:ext cx="2104780" cy="70913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604020202020204" pitchFamily="34" charset="0"/>
                    <a:cs typeface="Arial Black" panose="020B0604020202020204" pitchFamily="34" charset="0"/>
                  </a:rPr>
                  <a:t>P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 Black" panose="020B0604020202020204" pitchFamily="34" charset="0"/>
                      </a:rPr>
                      <m:t>𝑒</m:t>
                    </m:r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 Black" panose="020B0604020202020204" pitchFamily="34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 Black" panose="020B0604020202020204" pitchFamily="34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 Black" panose="020B0604020202020204" pitchFamily="34" charset="0"/>
                      </a:rPr>
                      <m:t>)</m:t>
                    </m:r>
                  </m:oMath>
                </a14:m>
                <a:endParaRPr lang="en-US" sz="3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292F49F-30DE-9A4B-2565-6FA0D0B4CD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612" y="1748509"/>
                <a:ext cx="2104780" cy="709137"/>
              </a:xfrm>
              <a:prstGeom prst="rect">
                <a:avLst/>
              </a:prstGeom>
              <a:blipFill>
                <a:blip r:embed="rId2"/>
                <a:stretch>
                  <a:fillRect l="-595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E19616-06F4-E7E2-A9F5-422B7E09682D}"/>
              </a:ext>
            </a:extLst>
          </p:cNvPr>
          <p:cNvCxnSpPr>
            <a:cxnSpLocks/>
          </p:cNvCxnSpPr>
          <p:nvPr/>
        </p:nvCxnSpPr>
        <p:spPr>
          <a:xfrm>
            <a:off x="138191" y="3182364"/>
            <a:ext cx="145515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76C162-020E-1C49-E2FF-A03CC02F9ED3}"/>
              </a:ext>
            </a:extLst>
          </p:cNvPr>
          <p:cNvGrpSpPr/>
          <p:nvPr/>
        </p:nvGrpSpPr>
        <p:grpSpPr>
          <a:xfrm>
            <a:off x="1412105" y="2574288"/>
            <a:ext cx="1216152" cy="1216152"/>
            <a:chOff x="1871202" y="2751585"/>
            <a:chExt cx="1216152" cy="121615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C663AB0-B25A-A863-8608-CD71FFE25913}"/>
                </a:ext>
              </a:extLst>
            </p:cNvPr>
            <p:cNvSpPr/>
            <p:nvPr/>
          </p:nvSpPr>
          <p:spPr>
            <a:xfrm>
              <a:off x="2033683" y="2914066"/>
              <a:ext cx="891190" cy="89119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Multiply 8">
              <a:extLst>
                <a:ext uri="{FF2B5EF4-FFF2-40B4-BE49-F238E27FC236}">
                  <a16:creationId xmlns:a16="http://schemas.microsoft.com/office/drawing/2014/main" id="{88201CAD-A588-E118-FBF3-E7031E696702}"/>
                </a:ext>
              </a:extLst>
            </p:cNvPr>
            <p:cNvSpPr/>
            <p:nvPr/>
          </p:nvSpPr>
          <p:spPr>
            <a:xfrm>
              <a:off x="1871202" y="2751585"/>
              <a:ext cx="1216152" cy="1216152"/>
            </a:xfrm>
            <a:prstGeom prst="mathMultiply">
              <a:avLst>
                <a:gd name="adj1" fmla="val 2711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riangle 10">
                <a:extLst>
                  <a:ext uri="{FF2B5EF4-FFF2-40B4-BE49-F238E27FC236}">
                    <a16:creationId xmlns:a16="http://schemas.microsoft.com/office/drawing/2014/main" id="{AAB6991D-4EED-F3DF-90A1-7AFADAE55396}"/>
                  </a:ext>
                </a:extLst>
              </p:cNvPr>
              <p:cNvSpPr/>
              <p:nvPr/>
            </p:nvSpPr>
            <p:spPr>
              <a:xfrm rot="5400000">
                <a:off x="3951730" y="1586455"/>
                <a:ext cx="671673" cy="1043189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Arial Black" panose="020B0604020202020204" pitchFamily="34" charset="0"/>
                        </a:rPr>
                        <m:t>   </m:t>
                      </m:r>
                      <m:sSub>
                        <m:sSubPr>
                          <m:ctrlPr>
                            <a:rPr lang="en-US" sz="2400" b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  <m:t>𝐊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  <m:t>𝐩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</mc:Choice>
        <mc:Fallback>
          <p:sp>
            <p:nvSpPr>
              <p:cNvPr id="11" name="Triangle 10">
                <a:extLst>
                  <a:ext uri="{FF2B5EF4-FFF2-40B4-BE49-F238E27FC236}">
                    <a16:creationId xmlns:a16="http://schemas.microsoft.com/office/drawing/2014/main" id="{AAB6991D-4EED-F3DF-90A1-7AFADAE553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951730" y="1586455"/>
                <a:ext cx="671673" cy="1043189"/>
              </a:xfrm>
              <a:prstGeom prst="triangle">
                <a:avLst/>
              </a:prstGeom>
              <a:blipFill>
                <a:blip r:embed="rId3"/>
                <a:stretch>
                  <a:fillRect l="-20930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9548E43-F5BA-CAEE-B2F0-010B5C08D2BE}"/>
                  </a:ext>
                </a:extLst>
              </p:cNvPr>
              <p:cNvSpPr/>
              <p:nvPr/>
            </p:nvSpPr>
            <p:spPr>
              <a:xfrm>
                <a:off x="5225612" y="2827796"/>
                <a:ext cx="2104780" cy="70913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604020202020204" pitchFamily="34" charset="0"/>
                    <a:cs typeface="Arial Black" panose="020B0604020202020204" pitchFamily="34" charset="0"/>
                  </a:rPr>
                  <a:t>I   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𝑡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𝑒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𝜏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)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𝑑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sz="3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9548E43-F5BA-CAEE-B2F0-010B5C08D2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612" y="2827796"/>
                <a:ext cx="2104780" cy="709137"/>
              </a:xfrm>
              <a:prstGeom prst="rect">
                <a:avLst/>
              </a:prstGeom>
              <a:blipFill>
                <a:blip r:embed="rId4"/>
                <a:stretch>
                  <a:fillRect t="-81034" b="-134483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EE4FE36-C929-FFD9-DFEB-AD6567302AA4}"/>
                  </a:ext>
                </a:extLst>
              </p:cNvPr>
              <p:cNvSpPr/>
              <p:nvPr/>
            </p:nvSpPr>
            <p:spPr>
              <a:xfrm>
                <a:off x="5225612" y="3907408"/>
                <a:ext cx="2104780" cy="70913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604020202020204" pitchFamily="34" charset="0"/>
                    <a:cs typeface="Arial Black" panose="020B0604020202020204" pitchFamily="34" charset="0"/>
                  </a:rPr>
                  <a:t>D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 Black" panose="020B0604020202020204" pitchFamily="34" charset="0"/>
                      </a:rPr>
                      <m:t>𝑒</m:t>
                    </m:r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 Black" panose="020B0604020202020204" pitchFamily="34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 Black" panose="020B0604020202020204" pitchFamily="34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 Black" panose="020B0604020202020204" pitchFamily="34" charset="0"/>
                      </a:rPr>
                      <m:t>)</m:t>
                    </m:r>
                  </m:oMath>
                </a14:m>
                <a:endParaRPr lang="en-US" sz="3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EE4FE36-C929-FFD9-DFEB-AD6567302A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612" y="3907408"/>
                <a:ext cx="2104780" cy="709137"/>
              </a:xfrm>
              <a:prstGeom prst="rect">
                <a:avLst/>
              </a:prstGeom>
              <a:blipFill>
                <a:blip r:embed="rId5"/>
                <a:stretch>
                  <a:fillRect l="-595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B280C401-B14C-B848-04EC-4F598F764C01}"/>
                  </a:ext>
                </a:extLst>
              </p:cNvPr>
              <p:cNvSpPr/>
              <p:nvPr/>
            </p:nvSpPr>
            <p:spPr>
              <a:xfrm rot="5400000">
                <a:off x="3963181" y="2663353"/>
                <a:ext cx="671673" cy="1043189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Arial Black" panose="020B0604020202020204" pitchFamily="34" charset="0"/>
                        </a:rPr>
                        <m:t>   </m:t>
                      </m:r>
                      <m:sSub>
                        <m:sSubPr>
                          <m:ctrlPr>
                            <a:rPr lang="en-US" sz="2400" b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  <m:t>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1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</mc:Choice>
        <mc:Fallback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B280C401-B14C-B848-04EC-4F598F764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963181" y="2663353"/>
                <a:ext cx="671673" cy="1043189"/>
              </a:xfrm>
              <a:prstGeom prst="triangle">
                <a:avLst/>
              </a:prstGeom>
              <a:blipFill>
                <a:blip r:embed="rId6"/>
                <a:stretch>
                  <a:fillRect l="-18605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E0825100-377A-9407-1909-1D8B9D3E9AF4}"/>
                  </a:ext>
                </a:extLst>
              </p:cNvPr>
              <p:cNvSpPr/>
              <p:nvPr/>
            </p:nvSpPr>
            <p:spPr>
              <a:xfrm rot="5400000">
                <a:off x="3951731" y="3740251"/>
                <a:ext cx="671673" cy="1043189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Arial Black" panose="020B0604020202020204" pitchFamily="34" charset="0"/>
                        </a:rPr>
                        <m:t>   </m:t>
                      </m:r>
                      <m:sSub>
                        <m:sSubPr>
                          <m:ctrlPr>
                            <a:rPr lang="en-US" sz="2400" b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  <m:t>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1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</mc:Choice>
        <mc:Fallback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E0825100-377A-9407-1909-1D8B9D3E9A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951731" y="3740251"/>
                <a:ext cx="671673" cy="1043189"/>
              </a:xfrm>
              <a:prstGeom prst="triangle">
                <a:avLst/>
              </a:prstGeom>
              <a:blipFill>
                <a:blip r:embed="rId7"/>
                <a:stretch>
                  <a:fillRect l="-22093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0AB921-F28B-422E-4203-06D35051F623}"/>
              </a:ext>
            </a:extLst>
          </p:cNvPr>
          <p:cNvCxnSpPr>
            <a:cxnSpLocks/>
            <a:endCxn id="14" idx="3"/>
          </p:cNvCxnSpPr>
          <p:nvPr/>
        </p:nvCxnSpPr>
        <p:spPr>
          <a:xfrm>
            <a:off x="2471297" y="3182364"/>
            <a:ext cx="1306126" cy="258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F9E768-3248-7713-C871-994A39375447}"/>
              </a:ext>
            </a:extLst>
          </p:cNvPr>
          <p:cNvCxnSpPr>
            <a:cxnSpLocks/>
          </p:cNvCxnSpPr>
          <p:nvPr/>
        </p:nvCxnSpPr>
        <p:spPr>
          <a:xfrm>
            <a:off x="3252335" y="2088519"/>
            <a:ext cx="0" cy="2192059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F1A604-895C-B3FE-17BB-A46287503487}"/>
              </a:ext>
            </a:extLst>
          </p:cNvPr>
          <p:cNvCxnSpPr>
            <a:cxnSpLocks/>
          </p:cNvCxnSpPr>
          <p:nvPr/>
        </p:nvCxnSpPr>
        <p:spPr>
          <a:xfrm>
            <a:off x="3223633" y="4252933"/>
            <a:ext cx="55379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09FD69-6283-6D5F-911B-F9F6C455D6ED}"/>
              </a:ext>
            </a:extLst>
          </p:cNvPr>
          <p:cNvCxnSpPr>
            <a:cxnSpLocks/>
          </p:cNvCxnSpPr>
          <p:nvPr/>
        </p:nvCxnSpPr>
        <p:spPr>
          <a:xfrm>
            <a:off x="3223633" y="2108049"/>
            <a:ext cx="55379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672EE7-37CE-3ED6-B890-17D4602D4227}"/>
              </a:ext>
            </a:extLst>
          </p:cNvPr>
          <p:cNvCxnSpPr>
            <a:cxnSpLocks/>
          </p:cNvCxnSpPr>
          <p:nvPr/>
        </p:nvCxnSpPr>
        <p:spPr>
          <a:xfrm>
            <a:off x="4820612" y="4262221"/>
            <a:ext cx="405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C1971BF-9C1B-5D48-7D2D-F5AC3275FC94}"/>
              </a:ext>
            </a:extLst>
          </p:cNvPr>
          <p:cNvCxnSpPr>
            <a:cxnSpLocks/>
          </p:cNvCxnSpPr>
          <p:nvPr/>
        </p:nvCxnSpPr>
        <p:spPr>
          <a:xfrm>
            <a:off x="4820612" y="3182933"/>
            <a:ext cx="405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4CA5E37-1E1A-5CD9-F5C8-25DE84303DAE}"/>
              </a:ext>
            </a:extLst>
          </p:cNvPr>
          <p:cNvCxnSpPr>
            <a:cxnSpLocks/>
          </p:cNvCxnSpPr>
          <p:nvPr/>
        </p:nvCxnSpPr>
        <p:spPr>
          <a:xfrm>
            <a:off x="4809161" y="2108048"/>
            <a:ext cx="405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E0930AD-6208-ABFD-6240-63B084F4C856}"/>
              </a:ext>
            </a:extLst>
          </p:cNvPr>
          <p:cNvGrpSpPr/>
          <p:nvPr/>
        </p:nvGrpSpPr>
        <p:grpSpPr>
          <a:xfrm>
            <a:off x="7759220" y="2566415"/>
            <a:ext cx="1216152" cy="1216152"/>
            <a:chOff x="1871202" y="2751585"/>
            <a:chExt cx="1216152" cy="1216152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82967BF-A5E8-7F16-0756-725AA9937487}"/>
                </a:ext>
              </a:extLst>
            </p:cNvPr>
            <p:cNvSpPr/>
            <p:nvPr/>
          </p:nvSpPr>
          <p:spPr>
            <a:xfrm>
              <a:off x="2033683" y="2914066"/>
              <a:ext cx="891190" cy="89119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Multiply 51">
              <a:extLst>
                <a:ext uri="{FF2B5EF4-FFF2-40B4-BE49-F238E27FC236}">
                  <a16:creationId xmlns:a16="http://schemas.microsoft.com/office/drawing/2014/main" id="{26E01189-88A1-E5AE-B079-AA2B6AA2F8AB}"/>
                </a:ext>
              </a:extLst>
            </p:cNvPr>
            <p:cNvSpPr/>
            <p:nvPr/>
          </p:nvSpPr>
          <p:spPr>
            <a:xfrm>
              <a:off x="1871202" y="2751585"/>
              <a:ext cx="1216152" cy="1216152"/>
            </a:xfrm>
            <a:prstGeom prst="mathMultiply">
              <a:avLst>
                <a:gd name="adj1" fmla="val 2711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5F52838-4424-4ADC-7474-8CE8D18F0FB3}"/>
              </a:ext>
            </a:extLst>
          </p:cNvPr>
          <p:cNvCxnSpPr>
            <a:cxnSpLocks/>
          </p:cNvCxnSpPr>
          <p:nvPr/>
        </p:nvCxnSpPr>
        <p:spPr>
          <a:xfrm>
            <a:off x="7333412" y="3182364"/>
            <a:ext cx="58324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67BAF0-7975-A514-1682-2353BF0A65BC}"/>
              </a:ext>
            </a:extLst>
          </p:cNvPr>
          <p:cNvCxnSpPr>
            <a:cxnSpLocks/>
          </p:cNvCxnSpPr>
          <p:nvPr/>
        </p:nvCxnSpPr>
        <p:spPr>
          <a:xfrm>
            <a:off x="7335239" y="2103077"/>
            <a:ext cx="1059459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31694FE-BFBC-43E6-3C5B-125B28969859}"/>
              </a:ext>
            </a:extLst>
          </p:cNvPr>
          <p:cNvCxnSpPr>
            <a:cxnSpLocks/>
          </p:cNvCxnSpPr>
          <p:nvPr/>
        </p:nvCxnSpPr>
        <p:spPr>
          <a:xfrm>
            <a:off x="8367296" y="2088519"/>
            <a:ext cx="0" cy="6321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3CBBC98-F1C3-2E04-5784-B6CE3F17859C}"/>
              </a:ext>
            </a:extLst>
          </p:cNvPr>
          <p:cNvCxnSpPr>
            <a:cxnSpLocks/>
          </p:cNvCxnSpPr>
          <p:nvPr/>
        </p:nvCxnSpPr>
        <p:spPr>
          <a:xfrm>
            <a:off x="7334353" y="4252933"/>
            <a:ext cx="1059459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77F4EDC-EDF9-56C6-BFA9-989C62FD9DBE}"/>
              </a:ext>
            </a:extLst>
          </p:cNvPr>
          <p:cNvCxnSpPr>
            <a:cxnSpLocks/>
          </p:cNvCxnSpPr>
          <p:nvPr/>
        </p:nvCxnSpPr>
        <p:spPr>
          <a:xfrm flipV="1">
            <a:off x="8367296" y="3630909"/>
            <a:ext cx="0" cy="6309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61B2A300-5D91-8FCE-BB4D-BEF30F1EE1A9}"/>
              </a:ext>
            </a:extLst>
          </p:cNvPr>
          <p:cNvSpPr/>
          <p:nvPr/>
        </p:nvSpPr>
        <p:spPr>
          <a:xfrm>
            <a:off x="10314154" y="2809887"/>
            <a:ext cx="1341902" cy="709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Motors</a:t>
            </a:r>
            <a:endParaRPr lang="en-US" sz="28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255CDBD-7D77-B19E-76B4-EE0C27AC92AF}"/>
              </a:ext>
            </a:extLst>
          </p:cNvPr>
          <p:cNvCxnSpPr>
            <a:cxnSpLocks/>
            <a:stCxn id="51" idx="6"/>
          </p:cNvCxnSpPr>
          <p:nvPr/>
        </p:nvCxnSpPr>
        <p:spPr>
          <a:xfrm flipV="1">
            <a:off x="8812891" y="3166215"/>
            <a:ext cx="150376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42C38B9-AD62-63D7-9437-766ACE8811DB}"/>
              </a:ext>
            </a:extLst>
          </p:cNvPr>
          <p:cNvCxnSpPr>
            <a:cxnSpLocks/>
          </p:cNvCxnSpPr>
          <p:nvPr/>
        </p:nvCxnSpPr>
        <p:spPr>
          <a:xfrm>
            <a:off x="11656056" y="3182364"/>
            <a:ext cx="166182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2A24AC4B-FDE9-F13F-5B3C-A2A69B4873DD}"/>
              </a:ext>
            </a:extLst>
          </p:cNvPr>
          <p:cNvSpPr/>
          <p:nvPr/>
        </p:nvSpPr>
        <p:spPr>
          <a:xfrm>
            <a:off x="5623283" y="5248885"/>
            <a:ext cx="1341902" cy="709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Sensors</a:t>
            </a:r>
            <a:endParaRPr lang="en-US" sz="28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A1205AC-C849-1083-4974-8593FECE2CC2}"/>
              </a:ext>
            </a:extLst>
          </p:cNvPr>
          <p:cNvCxnSpPr>
            <a:cxnSpLocks/>
          </p:cNvCxnSpPr>
          <p:nvPr/>
        </p:nvCxnSpPr>
        <p:spPr>
          <a:xfrm>
            <a:off x="12560032" y="3182364"/>
            <a:ext cx="0" cy="245580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36BA65B-429A-E4AF-38FE-F90CFA5C6BCB}"/>
              </a:ext>
            </a:extLst>
          </p:cNvPr>
          <p:cNvCxnSpPr>
            <a:cxnSpLocks/>
          </p:cNvCxnSpPr>
          <p:nvPr/>
        </p:nvCxnSpPr>
        <p:spPr>
          <a:xfrm flipH="1">
            <a:off x="6965185" y="5607450"/>
            <a:ext cx="5594847" cy="356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B39E103-7E38-91EF-C4DE-DA8E013FF2DF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1990086" y="5601645"/>
            <a:ext cx="3633197" cy="1809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0BA16E5-8D2B-0B63-19ED-C83BCD8A5DDD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2017415" y="3627959"/>
            <a:ext cx="2766" cy="19825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711CF21-BAC6-23C7-DF21-3B9CF94B2CD7}"/>
                  </a:ext>
                </a:extLst>
              </p:cNvPr>
              <p:cNvSpPr txBox="1"/>
              <p:nvPr/>
            </p:nvSpPr>
            <p:spPr>
              <a:xfrm>
                <a:off x="-39771" y="2504630"/>
                <a:ext cx="16618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rebuchet MS" panose="020B0703020202090204" pitchFamily="34" charset="0"/>
                  </a:rPr>
                  <a:t>Target Angle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0°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711CF21-BAC6-23C7-DF21-3B9CF94B2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771" y="2504630"/>
                <a:ext cx="1661829" cy="646331"/>
              </a:xfrm>
              <a:prstGeom prst="rect">
                <a:avLst/>
              </a:prstGeom>
              <a:blipFill>
                <a:blip r:embed="rId8"/>
                <a:stretch>
                  <a:fillRect t="-5769" r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2AB1540-E5DF-C56F-F886-F3E54CCB3BA0}"/>
                  </a:ext>
                </a:extLst>
              </p:cNvPr>
              <p:cNvSpPr txBox="1"/>
              <p:nvPr/>
            </p:nvSpPr>
            <p:spPr>
              <a:xfrm>
                <a:off x="1979375" y="2523362"/>
                <a:ext cx="16618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rebuchet MS" panose="020B0703020202090204" pitchFamily="34" charset="0"/>
                  </a:rPr>
                  <a:t>Error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2AB1540-E5DF-C56F-F886-F3E54CCB3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375" y="2523362"/>
                <a:ext cx="1661829" cy="646331"/>
              </a:xfrm>
              <a:prstGeom prst="rect">
                <a:avLst/>
              </a:prstGeom>
              <a:blipFill>
                <a:blip r:embed="rId9"/>
                <a:stretch>
                  <a:fillRect t="-384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63B74A3-C5AA-EEA3-0791-95B8D4A545E6}"/>
                  </a:ext>
                </a:extLst>
              </p:cNvPr>
              <p:cNvSpPr txBox="1"/>
              <p:nvPr/>
            </p:nvSpPr>
            <p:spPr>
              <a:xfrm>
                <a:off x="2104143" y="4914868"/>
                <a:ext cx="1823965" cy="679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Trebuchet MS" panose="020B0703020202090204" pitchFamily="34" charset="0"/>
                  </a:rPr>
                  <a:t>Measured Angle</a:t>
                </a:r>
                <a:endParaRPr lang="en-US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63B74A3-C5AA-EEA3-0791-95B8D4A54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143" y="4914868"/>
                <a:ext cx="1823965" cy="679481"/>
              </a:xfrm>
              <a:prstGeom prst="rect">
                <a:avLst/>
              </a:prstGeom>
              <a:blipFill>
                <a:blip r:embed="rId10"/>
                <a:stretch>
                  <a:fillRect l="-1379" t="-3636" r="-1379" b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F06FE42-86AE-5D60-B2A3-EFDA28175207}"/>
                  </a:ext>
                </a:extLst>
              </p:cNvPr>
              <p:cNvSpPr txBox="1"/>
              <p:nvPr/>
            </p:nvSpPr>
            <p:spPr>
              <a:xfrm>
                <a:off x="1979375" y="3446775"/>
                <a:ext cx="6750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latin typeface="Cambria Math" panose="02040503050406030204" pitchFamily="18" charset="0"/>
                        </a:rPr>
                        <m:t>–</m:t>
                      </m:r>
                    </m:oMath>
                  </m:oMathPara>
                </a14:m>
                <a:endParaRPr lang="en-US" b="1" i="1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F06FE42-86AE-5D60-B2A3-EFDA28175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375" y="3446775"/>
                <a:ext cx="67509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79761C1-E82D-C8FE-8B26-A66C592144C8}"/>
                  </a:ext>
                </a:extLst>
              </p:cNvPr>
              <p:cNvSpPr txBox="1"/>
              <p:nvPr/>
            </p:nvSpPr>
            <p:spPr>
              <a:xfrm>
                <a:off x="1167901" y="2744364"/>
                <a:ext cx="6750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i="1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79761C1-E82D-C8FE-8B26-A66C59214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901" y="2744364"/>
                <a:ext cx="67509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C836C8F-E483-231C-D387-7050C0F4F741}"/>
                  </a:ext>
                </a:extLst>
              </p:cNvPr>
              <p:cNvSpPr txBox="1"/>
              <p:nvPr/>
            </p:nvSpPr>
            <p:spPr>
              <a:xfrm>
                <a:off x="7526946" y="2776629"/>
                <a:ext cx="6750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i="1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</p:txBody>
          </p:sp>
        </mc:Choice>
        <mc:Fallback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C836C8F-E483-231C-D387-7050C0F4F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6946" y="2776629"/>
                <a:ext cx="67509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C97D0CB-1EC8-6FB7-9917-D6F016EE5756}"/>
                  </a:ext>
                </a:extLst>
              </p:cNvPr>
              <p:cNvSpPr txBox="1"/>
              <p:nvPr/>
            </p:nvSpPr>
            <p:spPr>
              <a:xfrm>
                <a:off x="7864082" y="2420035"/>
                <a:ext cx="6750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i="1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C97D0CB-1EC8-6FB7-9917-D6F016EE5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082" y="2420035"/>
                <a:ext cx="67509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0278F41A-8216-2173-E106-B08761864612}"/>
                  </a:ext>
                </a:extLst>
              </p:cNvPr>
              <p:cNvSpPr txBox="1"/>
              <p:nvPr/>
            </p:nvSpPr>
            <p:spPr>
              <a:xfrm>
                <a:off x="7865026" y="3519990"/>
                <a:ext cx="6750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i="1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0278F41A-8216-2173-E106-B08761864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026" y="3519990"/>
                <a:ext cx="67509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A1BEFF3E-EBA8-E20A-308F-41DBC10F354F}"/>
              </a:ext>
            </a:extLst>
          </p:cNvPr>
          <p:cNvSpPr txBox="1"/>
          <p:nvPr/>
        </p:nvSpPr>
        <p:spPr>
          <a:xfrm>
            <a:off x="8654828" y="5201968"/>
            <a:ext cx="1661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Feedback</a:t>
            </a:r>
            <a:endParaRPr lang="en-US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71FB8EE-19C5-568B-5765-2B74302BB94A}"/>
              </a:ext>
            </a:extLst>
          </p:cNvPr>
          <p:cNvSpPr txBox="1"/>
          <p:nvPr/>
        </p:nvSpPr>
        <p:spPr>
          <a:xfrm>
            <a:off x="8782763" y="2499383"/>
            <a:ext cx="1341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Controller Output</a:t>
            </a:r>
            <a:endParaRPr lang="en-US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DAAAB13-6877-D449-A143-024FABFB9F51}"/>
                  </a:ext>
                </a:extLst>
              </p:cNvPr>
              <p:cNvSpPr txBox="1"/>
              <p:nvPr/>
            </p:nvSpPr>
            <p:spPr>
              <a:xfrm>
                <a:off x="11656056" y="2467365"/>
                <a:ext cx="16618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Trebuchet MS" panose="020B0703020202090204" pitchFamily="34" charset="0"/>
                  </a:rPr>
                  <a:t>Current Angle</a:t>
                </a:r>
                <a:endParaRPr lang="en-US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Trebuchet MS" panose="020B0703020202090204" pitchFamily="34" charset="0"/>
                </a:endParaRPr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DAAAB13-6877-D449-A143-024FABFB9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6056" y="2467365"/>
                <a:ext cx="1661829" cy="646331"/>
              </a:xfrm>
              <a:prstGeom prst="rect">
                <a:avLst/>
              </a:prstGeom>
              <a:blipFill>
                <a:blip r:embed="rId16"/>
                <a:stretch>
                  <a:fillRect l="-758" t="-3846" r="-75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951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50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Arial Black</vt:lpstr>
      <vt:lpstr>Cambria Math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Golden</dc:creator>
  <cp:lastModifiedBy>Jake Golden</cp:lastModifiedBy>
  <cp:revision>1</cp:revision>
  <dcterms:created xsi:type="dcterms:W3CDTF">2025-10-13T19:06:52Z</dcterms:created>
  <dcterms:modified xsi:type="dcterms:W3CDTF">2025-10-13T20:30:11Z</dcterms:modified>
</cp:coreProperties>
</file>