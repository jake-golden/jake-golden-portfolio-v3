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1820"/>
    <a:srgbClr val="068EDD"/>
    <a:srgbClr val="0117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89"/>
    <p:restoredTop sz="94663"/>
  </p:normalViewPr>
  <p:slideViewPr>
    <p:cSldViewPr snapToGrid="0">
      <p:cViewPr>
        <p:scale>
          <a:sx n="129" d="100"/>
          <a:sy n="129" d="100"/>
        </p:scale>
        <p:origin x="-48" y="-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F8782-6812-837F-6369-8B4C0EF3A0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93AD18-35C2-E7D0-4AFC-83622E53EF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2B5C9-1237-4759-C91E-2C2CE00DF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19A2D-CA78-6E0D-3A72-C0F00369D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0B2C8-8F9B-E463-6E5D-F0253B0E7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739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F14D-ACC7-6D93-CA86-E08550C85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25FFC0-99A9-53C0-E7DF-1FA420747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E12B2-C7D7-DC8E-736F-B53B75DB1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13B306-6879-3AF7-A044-F9C068324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320F7-4494-2461-6757-CB7A350CE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746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AD04C-BD34-53A5-C36E-51524D167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0780F0-1570-3D72-6258-A437C20E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5B474-25AD-0270-B725-5FCAC6BDA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95424-6394-C68B-C1F4-7D88F7EAA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6A5090-A178-6BBE-3DF8-4131C725D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765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91A76-F09C-E1B2-A19B-AB6A64BA8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50849C-6B52-2378-E1DB-2DF44F1B71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F5F5DE-3933-F2D2-C8A8-39C18D7127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F0A1E-A751-5EB9-FBCB-B2789A952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BF6C5B-33DC-77B0-23D0-705FD6EF2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104533-8C9E-9C75-048C-9ABEA8A9C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439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AF5E-7385-AE64-2280-0F2999587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907A2-E878-D279-459A-ABF07370C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2FF86-595B-6531-AE5F-BEB1F2F81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DEF81-0BF1-4513-A676-4788D20EE3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00872-31EF-A14B-063D-F52DC6AC72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B1A029-B772-E5AF-886D-A229B72B8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5B348E-F662-6229-9981-BA1C0F594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14DE95-D1EC-E555-1F56-353BFFF7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90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6B45C-65B4-3FB7-29E8-A635B627E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18F250-A86D-C532-3015-0B166BD34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666363-AF98-33DA-DA5C-8C57A81E4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7B1AD6-32E0-5B24-6962-AC6ECD520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839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084B9B-6AA7-888A-685C-82113D174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B13EC2-EEAC-0DE6-01D8-27465FFF9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87F423-B604-B2D2-9DDC-CB2F051A4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126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D4E62-3A7A-96D9-1DE6-840207808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80ABD-38DF-D188-CC97-F09C8CAA7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A93FE5-37F6-78C7-0EA7-423000F998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69EE8D-BF24-5245-C6C6-983AC0E11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0C180-50BA-9CFF-7BFF-7C6D733D1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A729F-0E8D-3EFC-FF2A-B626688A2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727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EA3BF-51CF-E24E-7755-962AA23D3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1FAA65-D266-BAA0-43BA-D31B905126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98991-24A4-41BD-5ABD-2C4F3440A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E6D004-E86C-7F62-E340-8A86B7F68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6CA216-F623-B65A-D1F3-D1B16A79A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4AE464-5193-2AD9-4430-C566ECB98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262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6ED28-C9B8-15B9-6BEC-539BEBA17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81FC14-8030-7F78-2D5F-006DC5B5FD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F133A-E232-191C-21CB-E3BC1959F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CD326-319F-BCEA-AC68-C3DE39EE9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E7D64-183B-4BCD-EC1F-04D7DAF15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154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2D04F4-C866-4A38-E922-1C4DB8F342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3B1763-B86E-5B81-C847-85F81E7B7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1C851-7162-9368-5F3C-CEA42CCF8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04298-A02F-D710-2789-28DC1579C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B8ACA-25C2-4829-2E2D-EB7A89178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393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B34A1F-9CE4-61BA-E6A2-C07A5D259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9338C-E317-3616-6C47-CFE17EA02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DFE7-1D76-AA83-2FF1-56022364CD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E2787-809E-9049-9C6F-D5528A76A6DA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37D36-C8FE-79BC-0F12-F3F3302B37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33451-ED42-7DFF-85E3-330EE5EBB9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B22D1C-5484-5645-9F23-8F325F6F38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06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16.png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292F49F-30DE-9A4B-2565-6FA0D0B4CDCD}"/>
                  </a:ext>
                </a:extLst>
              </p:cNvPr>
              <p:cNvSpPr/>
              <p:nvPr/>
            </p:nvSpPr>
            <p:spPr>
              <a:xfrm>
                <a:off x="5225612" y="1748509"/>
                <a:ext cx="2104780" cy="70913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Black" panose="020B0604020202020204" pitchFamily="34" charset="0"/>
                    <a:cs typeface="Arial Black" panose="020B0604020202020204" pitchFamily="34" charset="0"/>
                  </a:rPr>
                  <a:t>P        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𝑒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)</m:t>
                    </m:r>
                  </m:oMath>
                </a14:m>
                <a:endParaRPr lang="en-US" sz="3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292F49F-30DE-9A4B-2565-6FA0D0B4CD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612" y="1748509"/>
                <a:ext cx="2104780" cy="709137"/>
              </a:xfrm>
              <a:prstGeom prst="rect">
                <a:avLst/>
              </a:prstGeom>
              <a:blipFill>
                <a:blip r:embed="rId2"/>
                <a:stretch>
                  <a:fillRect l="-59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7E19616-06F4-E7E2-A9F5-422B7E09682D}"/>
              </a:ext>
            </a:extLst>
          </p:cNvPr>
          <p:cNvCxnSpPr>
            <a:cxnSpLocks/>
          </p:cNvCxnSpPr>
          <p:nvPr/>
        </p:nvCxnSpPr>
        <p:spPr>
          <a:xfrm>
            <a:off x="138191" y="3182364"/>
            <a:ext cx="145515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276C162-020E-1C49-E2FF-A03CC02F9ED3}"/>
              </a:ext>
            </a:extLst>
          </p:cNvPr>
          <p:cNvGrpSpPr/>
          <p:nvPr/>
        </p:nvGrpSpPr>
        <p:grpSpPr>
          <a:xfrm>
            <a:off x="1412105" y="2574288"/>
            <a:ext cx="1216152" cy="1216152"/>
            <a:chOff x="1871202" y="2751585"/>
            <a:chExt cx="1216152" cy="1216152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C663AB0-B25A-A863-8608-CD71FFE25913}"/>
                </a:ext>
              </a:extLst>
            </p:cNvPr>
            <p:cNvSpPr/>
            <p:nvPr/>
          </p:nvSpPr>
          <p:spPr>
            <a:xfrm>
              <a:off x="2033683" y="2914066"/>
              <a:ext cx="891190" cy="89119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Multiply 8">
              <a:extLst>
                <a:ext uri="{FF2B5EF4-FFF2-40B4-BE49-F238E27FC236}">
                  <a16:creationId xmlns:a16="http://schemas.microsoft.com/office/drawing/2014/main" id="{88201CAD-A588-E118-FBF3-E7031E696702}"/>
                </a:ext>
              </a:extLst>
            </p:cNvPr>
            <p:cNvSpPr/>
            <p:nvPr/>
          </p:nvSpPr>
          <p:spPr>
            <a:xfrm>
              <a:off x="1871202" y="2751585"/>
              <a:ext cx="1216152" cy="1216152"/>
            </a:xfrm>
            <a:prstGeom prst="mathMultiply">
              <a:avLst>
                <a:gd name="adj1" fmla="val 2711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riangle 10">
                <a:extLst>
                  <a:ext uri="{FF2B5EF4-FFF2-40B4-BE49-F238E27FC236}">
                    <a16:creationId xmlns:a16="http://schemas.microsoft.com/office/drawing/2014/main" id="{AAB6991D-4EED-F3DF-90A1-7AFADAE55396}"/>
                  </a:ext>
                </a:extLst>
              </p:cNvPr>
              <p:cNvSpPr/>
              <p:nvPr/>
            </p:nvSpPr>
            <p:spPr>
              <a:xfrm rot="5400000">
                <a:off x="3951730" y="1586455"/>
                <a:ext cx="671673" cy="1043189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 Black" panose="020B0604020202020204" pitchFamily="34" charset="0"/>
                        </a:rPr>
                        <m:t>   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𝐊</m:t>
                          </m:r>
                        </m:e>
                        <m:sub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𝐩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Triangle 10">
                <a:extLst>
                  <a:ext uri="{FF2B5EF4-FFF2-40B4-BE49-F238E27FC236}">
                    <a16:creationId xmlns:a16="http://schemas.microsoft.com/office/drawing/2014/main" id="{AAB6991D-4EED-F3DF-90A1-7AFADAE553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951730" y="1586455"/>
                <a:ext cx="671673" cy="1043189"/>
              </a:xfrm>
              <a:prstGeom prst="triangle">
                <a:avLst/>
              </a:prstGeom>
              <a:blipFill>
                <a:blip r:embed="rId3"/>
                <a:stretch>
                  <a:fillRect l="-20930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9548E43-F5BA-CAEE-B2F0-010B5C08D2BE}"/>
                  </a:ext>
                </a:extLst>
              </p:cNvPr>
              <p:cNvSpPr/>
              <p:nvPr/>
            </p:nvSpPr>
            <p:spPr>
              <a:xfrm>
                <a:off x="5225612" y="2827796"/>
                <a:ext cx="2104780" cy="70913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Black" panose="020B0604020202020204" pitchFamily="34" charset="0"/>
                    <a:cs typeface="Arial Black" panose="020B0604020202020204" pitchFamily="34" charset="0"/>
                  </a:rPr>
                  <a:t>I   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ctrlPr>
                          <a:rPr lang="en-US" sz="24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𝑡</m:t>
                        </m:r>
                      </m:sup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𝑒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𝜏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𝑑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𝜏</m:t>
                        </m:r>
                      </m:e>
                    </m:nary>
                  </m:oMath>
                </a14:m>
                <a:endParaRPr lang="en-US" sz="3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9548E43-F5BA-CAEE-B2F0-010B5C08D2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612" y="2827796"/>
                <a:ext cx="2104780" cy="709137"/>
              </a:xfrm>
              <a:prstGeom prst="rect">
                <a:avLst/>
              </a:prstGeom>
              <a:blipFill>
                <a:blip r:embed="rId4"/>
                <a:stretch>
                  <a:fillRect t="-81034" b="-13448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EE4FE36-C929-FFD9-DFEB-AD6567302AA4}"/>
                  </a:ext>
                </a:extLst>
              </p:cNvPr>
              <p:cNvSpPr/>
              <p:nvPr/>
            </p:nvSpPr>
            <p:spPr>
              <a:xfrm>
                <a:off x="5225612" y="3907408"/>
                <a:ext cx="2104780" cy="70913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Black" panose="020B0604020202020204" pitchFamily="34" charset="0"/>
                    <a:cs typeface="Arial Black" panose="020B0604020202020204" pitchFamily="34" charset="0"/>
                  </a:rPr>
                  <a:t>D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𝑑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𝑒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)</m:t>
                    </m:r>
                  </m:oMath>
                </a14:m>
                <a:endParaRPr lang="en-US" sz="3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EE4FE36-C929-FFD9-DFEB-AD6567302A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612" y="3907408"/>
                <a:ext cx="2104780" cy="709137"/>
              </a:xfrm>
              <a:prstGeom prst="rect">
                <a:avLst/>
              </a:prstGeom>
              <a:blipFill>
                <a:blip r:embed="rId5"/>
                <a:stretch>
                  <a:fillRect l="-59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riangle 13">
                <a:extLst>
                  <a:ext uri="{FF2B5EF4-FFF2-40B4-BE49-F238E27FC236}">
                    <a16:creationId xmlns:a16="http://schemas.microsoft.com/office/drawing/2014/main" id="{B280C401-B14C-B848-04EC-4F598F764C01}"/>
                  </a:ext>
                </a:extLst>
              </p:cNvPr>
              <p:cNvSpPr/>
              <p:nvPr/>
            </p:nvSpPr>
            <p:spPr>
              <a:xfrm rot="5400000">
                <a:off x="3963181" y="2663353"/>
                <a:ext cx="671673" cy="1043189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 Black" panose="020B0604020202020204" pitchFamily="34" charset="0"/>
                        </a:rPr>
                        <m:t>   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𝐊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4" name="Triangle 13">
                <a:extLst>
                  <a:ext uri="{FF2B5EF4-FFF2-40B4-BE49-F238E27FC236}">
                    <a16:creationId xmlns:a16="http://schemas.microsoft.com/office/drawing/2014/main" id="{B280C401-B14C-B848-04EC-4F598F764C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963181" y="2663353"/>
                <a:ext cx="671673" cy="1043189"/>
              </a:xfrm>
              <a:prstGeom prst="triangle">
                <a:avLst/>
              </a:prstGeom>
              <a:blipFill>
                <a:blip r:embed="rId6"/>
                <a:stretch>
                  <a:fillRect l="-1860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riangle 14">
                <a:extLst>
                  <a:ext uri="{FF2B5EF4-FFF2-40B4-BE49-F238E27FC236}">
                    <a16:creationId xmlns:a16="http://schemas.microsoft.com/office/drawing/2014/main" id="{E0825100-377A-9407-1909-1D8B9D3E9AF4}"/>
                  </a:ext>
                </a:extLst>
              </p:cNvPr>
              <p:cNvSpPr/>
              <p:nvPr/>
            </p:nvSpPr>
            <p:spPr>
              <a:xfrm rot="5400000">
                <a:off x="3951731" y="3740251"/>
                <a:ext cx="671673" cy="1043189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 Black" panose="020B0604020202020204" pitchFamily="34" charset="0"/>
                        </a:rPr>
                        <m:t>   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𝐊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5" name="Triangle 14">
                <a:extLst>
                  <a:ext uri="{FF2B5EF4-FFF2-40B4-BE49-F238E27FC236}">
                    <a16:creationId xmlns:a16="http://schemas.microsoft.com/office/drawing/2014/main" id="{E0825100-377A-9407-1909-1D8B9D3E9A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951731" y="3740251"/>
                <a:ext cx="671673" cy="1043189"/>
              </a:xfrm>
              <a:prstGeom prst="triangle">
                <a:avLst/>
              </a:prstGeom>
              <a:blipFill>
                <a:blip r:embed="rId7"/>
                <a:stretch>
                  <a:fillRect l="-2209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0AB921-F28B-422E-4203-06D35051F623}"/>
              </a:ext>
            </a:extLst>
          </p:cNvPr>
          <p:cNvCxnSpPr>
            <a:cxnSpLocks/>
            <a:endCxn id="14" idx="3"/>
          </p:cNvCxnSpPr>
          <p:nvPr/>
        </p:nvCxnSpPr>
        <p:spPr>
          <a:xfrm>
            <a:off x="2471297" y="3182364"/>
            <a:ext cx="1306126" cy="258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FF9E768-3248-7713-C871-994A39375447}"/>
              </a:ext>
            </a:extLst>
          </p:cNvPr>
          <p:cNvCxnSpPr>
            <a:cxnSpLocks/>
          </p:cNvCxnSpPr>
          <p:nvPr/>
        </p:nvCxnSpPr>
        <p:spPr>
          <a:xfrm>
            <a:off x="3252335" y="2088519"/>
            <a:ext cx="0" cy="2192059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4F1A604-895C-B3FE-17BB-A46287503487}"/>
              </a:ext>
            </a:extLst>
          </p:cNvPr>
          <p:cNvCxnSpPr>
            <a:cxnSpLocks/>
          </p:cNvCxnSpPr>
          <p:nvPr/>
        </p:nvCxnSpPr>
        <p:spPr>
          <a:xfrm>
            <a:off x="3223633" y="4252933"/>
            <a:ext cx="55379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A09FD69-6283-6D5F-911B-F9F6C455D6ED}"/>
              </a:ext>
            </a:extLst>
          </p:cNvPr>
          <p:cNvCxnSpPr>
            <a:cxnSpLocks/>
          </p:cNvCxnSpPr>
          <p:nvPr/>
        </p:nvCxnSpPr>
        <p:spPr>
          <a:xfrm>
            <a:off x="3223633" y="2108049"/>
            <a:ext cx="55379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672EE7-37CE-3ED6-B890-17D4602D4227}"/>
              </a:ext>
            </a:extLst>
          </p:cNvPr>
          <p:cNvCxnSpPr>
            <a:cxnSpLocks/>
          </p:cNvCxnSpPr>
          <p:nvPr/>
        </p:nvCxnSpPr>
        <p:spPr>
          <a:xfrm>
            <a:off x="4820612" y="4262221"/>
            <a:ext cx="40500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C1971BF-9C1B-5D48-7D2D-F5AC3275FC94}"/>
              </a:ext>
            </a:extLst>
          </p:cNvPr>
          <p:cNvCxnSpPr>
            <a:cxnSpLocks/>
          </p:cNvCxnSpPr>
          <p:nvPr/>
        </p:nvCxnSpPr>
        <p:spPr>
          <a:xfrm>
            <a:off x="4820612" y="3182933"/>
            <a:ext cx="40500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4CA5E37-1E1A-5CD9-F5C8-25DE84303DAE}"/>
              </a:ext>
            </a:extLst>
          </p:cNvPr>
          <p:cNvCxnSpPr>
            <a:cxnSpLocks/>
          </p:cNvCxnSpPr>
          <p:nvPr/>
        </p:nvCxnSpPr>
        <p:spPr>
          <a:xfrm>
            <a:off x="4809161" y="2108048"/>
            <a:ext cx="40500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E0930AD-6208-ABFD-6240-63B084F4C856}"/>
              </a:ext>
            </a:extLst>
          </p:cNvPr>
          <p:cNvGrpSpPr/>
          <p:nvPr/>
        </p:nvGrpSpPr>
        <p:grpSpPr>
          <a:xfrm>
            <a:off x="7759220" y="2566415"/>
            <a:ext cx="1216152" cy="1216152"/>
            <a:chOff x="1871202" y="2751585"/>
            <a:chExt cx="1216152" cy="1216152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782967BF-A5E8-7F16-0756-725AA9937487}"/>
                </a:ext>
              </a:extLst>
            </p:cNvPr>
            <p:cNvSpPr/>
            <p:nvPr/>
          </p:nvSpPr>
          <p:spPr>
            <a:xfrm>
              <a:off x="2033683" y="2914066"/>
              <a:ext cx="891190" cy="89119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Multiply 51">
              <a:extLst>
                <a:ext uri="{FF2B5EF4-FFF2-40B4-BE49-F238E27FC236}">
                  <a16:creationId xmlns:a16="http://schemas.microsoft.com/office/drawing/2014/main" id="{26E01189-88A1-E5AE-B079-AA2B6AA2F8AB}"/>
                </a:ext>
              </a:extLst>
            </p:cNvPr>
            <p:cNvSpPr/>
            <p:nvPr/>
          </p:nvSpPr>
          <p:spPr>
            <a:xfrm>
              <a:off x="1871202" y="2751585"/>
              <a:ext cx="1216152" cy="1216152"/>
            </a:xfrm>
            <a:prstGeom prst="mathMultiply">
              <a:avLst>
                <a:gd name="adj1" fmla="val 2711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F52838-4424-4ADC-7474-8CE8D18F0FB3}"/>
              </a:ext>
            </a:extLst>
          </p:cNvPr>
          <p:cNvCxnSpPr>
            <a:cxnSpLocks/>
          </p:cNvCxnSpPr>
          <p:nvPr/>
        </p:nvCxnSpPr>
        <p:spPr>
          <a:xfrm>
            <a:off x="7333412" y="3182364"/>
            <a:ext cx="58324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167BAF0-7975-A514-1682-2353BF0A65BC}"/>
              </a:ext>
            </a:extLst>
          </p:cNvPr>
          <p:cNvCxnSpPr>
            <a:cxnSpLocks/>
          </p:cNvCxnSpPr>
          <p:nvPr/>
        </p:nvCxnSpPr>
        <p:spPr>
          <a:xfrm>
            <a:off x="7335239" y="2103077"/>
            <a:ext cx="105945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31694FE-BFBC-43E6-3C5B-125B28969859}"/>
              </a:ext>
            </a:extLst>
          </p:cNvPr>
          <p:cNvCxnSpPr>
            <a:cxnSpLocks/>
          </p:cNvCxnSpPr>
          <p:nvPr/>
        </p:nvCxnSpPr>
        <p:spPr>
          <a:xfrm>
            <a:off x="8367296" y="2088519"/>
            <a:ext cx="0" cy="6321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3CBBC98-F1C3-2E04-5784-B6CE3F17859C}"/>
              </a:ext>
            </a:extLst>
          </p:cNvPr>
          <p:cNvCxnSpPr>
            <a:cxnSpLocks/>
          </p:cNvCxnSpPr>
          <p:nvPr/>
        </p:nvCxnSpPr>
        <p:spPr>
          <a:xfrm>
            <a:off x="7334353" y="4252933"/>
            <a:ext cx="105945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77F4EDC-EDF9-56C6-BFA9-989C62FD9DBE}"/>
              </a:ext>
            </a:extLst>
          </p:cNvPr>
          <p:cNvCxnSpPr>
            <a:cxnSpLocks/>
          </p:cNvCxnSpPr>
          <p:nvPr/>
        </p:nvCxnSpPr>
        <p:spPr>
          <a:xfrm flipV="1">
            <a:off x="8367296" y="3630909"/>
            <a:ext cx="0" cy="63093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61B2A300-5D91-8FCE-BB4D-BEF30F1EE1A9}"/>
              </a:ext>
            </a:extLst>
          </p:cNvPr>
          <p:cNvSpPr/>
          <p:nvPr/>
        </p:nvSpPr>
        <p:spPr>
          <a:xfrm>
            <a:off x="10314154" y="2809887"/>
            <a:ext cx="1341902" cy="7091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Motors</a:t>
            </a:r>
            <a:endParaRPr lang="en-US" sz="28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255CDBD-7D77-B19E-76B4-EE0C27AC92AF}"/>
              </a:ext>
            </a:extLst>
          </p:cNvPr>
          <p:cNvCxnSpPr>
            <a:cxnSpLocks/>
            <a:stCxn id="51" idx="6"/>
          </p:cNvCxnSpPr>
          <p:nvPr/>
        </p:nvCxnSpPr>
        <p:spPr>
          <a:xfrm flipV="1">
            <a:off x="8812891" y="3166215"/>
            <a:ext cx="150376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E42C38B9-AD62-63D7-9437-766ACE8811DB}"/>
              </a:ext>
            </a:extLst>
          </p:cNvPr>
          <p:cNvCxnSpPr>
            <a:cxnSpLocks/>
          </p:cNvCxnSpPr>
          <p:nvPr/>
        </p:nvCxnSpPr>
        <p:spPr>
          <a:xfrm>
            <a:off x="11656056" y="3182364"/>
            <a:ext cx="166182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2A24AC4B-FDE9-F13F-5B3C-A2A69B4873DD}"/>
              </a:ext>
            </a:extLst>
          </p:cNvPr>
          <p:cNvSpPr/>
          <p:nvPr/>
        </p:nvSpPr>
        <p:spPr>
          <a:xfrm>
            <a:off x="5623283" y="5248885"/>
            <a:ext cx="1341902" cy="7091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Sensors</a:t>
            </a:r>
            <a:endParaRPr lang="en-US" sz="28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8A1205AC-C849-1083-4974-8593FECE2CC2}"/>
              </a:ext>
            </a:extLst>
          </p:cNvPr>
          <p:cNvCxnSpPr>
            <a:cxnSpLocks/>
          </p:cNvCxnSpPr>
          <p:nvPr/>
        </p:nvCxnSpPr>
        <p:spPr>
          <a:xfrm>
            <a:off x="12560032" y="3182364"/>
            <a:ext cx="0" cy="245580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B36BA65B-429A-E4AF-38FE-F90CFA5C6BCB}"/>
              </a:ext>
            </a:extLst>
          </p:cNvPr>
          <p:cNvCxnSpPr>
            <a:cxnSpLocks/>
          </p:cNvCxnSpPr>
          <p:nvPr/>
        </p:nvCxnSpPr>
        <p:spPr>
          <a:xfrm flipH="1">
            <a:off x="6965185" y="5607450"/>
            <a:ext cx="5594847" cy="356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B39E103-7E38-91EF-C4DE-DA8E013FF2DF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1990086" y="5601645"/>
            <a:ext cx="3633197" cy="1809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00BA16E5-8D2B-0B63-19ED-C83BCD8A5DDD}"/>
              </a:ext>
            </a:extLst>
          </p:cNvPr>
          <p:cNvCxnSpPr>
            <a:cxnSpLocks/>
            <a:endCxn id="7" idx="4"/>
          </p:cNvCxnSpPr>
          <p:nvPr/>
        </p:nvCxnSpPr>
        <p:spPr>
          <a:xfrm flipV="1">
            <a:off x="2017415" y="3627959"/>
            <a:ext cx="2766" cy="19825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1711CF21-BAC6-23C7-DF21-3B9CF94B2CD7}"/>
                  </a:ext>
                </a:extLst>
              </p:cNvPr>
              <p:cNvSpPr txBox="1"/>
              <p:nvPr/>
            </p:nvSpPr>
            <p:spPr>
              <a:xfrm>
                <a:off x="-39771" y="2504630"/>
                <a:ext cx="166182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rebuchet MS" panose="020B0703020202090204" pitchFamily="34" charset="0"/>
                  </a:rPr>
                  <a:t>Target Angle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0°</m:t>
                    </m:r>
                  </m:oMath>
                </a14:m>
                <a:endParaRPr lang="en-US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1711CF21-BAC6-23C7-DF21-3B9CF94B2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9771" y="2504630"/>
                <a:ext cx="1661829" cy="646331"/>
              </a:xfrm>
              <a:prstGeom prst="rect">
                <a:avLst/>
              </a:prstGeom>
              <a:blipFill>
                <a:blip r:embed="rId8"/>
                <a:stretch>
                  <a:fillRect t="-5769" r="-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42AB1540-E5DF-C56F-F886-F3E54CCB3BA0}"/>
                  </a:ext>
                </a:extLst>
              </p:cNvPr>
              <p:cNvSpPr txBox="1"/>
              <p:nvPr/>
            </p:nvSpPr>
            <p:spPr>
              <a:xfrm>
                <a:off x="1979375" y="2523362"/>
                <a:ext cx="166182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rebuchet MS" panose="020B0703020202090204" pitchFamily="34" charset="0"/>
                  </a:rPr>
                  <a:t>Error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42AB1540-E5DF-C56F-F886-F3E54CCB3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9375" y="2523362"/>
                <a:ext cx="1661829" cy="646331"/>
              </a:xfrm>
              <a:prstGeom prst="rect">
                <a:avLst/>
              </a:prstGeom>
              <a:blipFill>
                <a:blip r:embed="rId9"/>
                <a:stretch>
                  <a:fillRect t="-384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563B74A3-C5AA-EEA3-0791-95B8D4A545E6}"/>
                  </a:ext>
                </a:extLst>
              </p:cNvPr>
              <p:cNvSpPr txBox="1"/>
              <p:nvPr/>
            </p:nvSpPr>
            <p:spPr>
              <a:xfrm>
                <a:off x="2104143" y="4914868"/>
                <a:ext cx="1823965" cy="6794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Trebuchet MS" panose="020B0703020202090204" pitchFamily="34" charset="0"/>
                  </a:rPr>
                  <a:t>Measured Angle</a:t>
                </a:r>
                <a:endParaRPr lang="en-US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563B74A3-C5AA-EEA3-0791-95B8D4A545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4143" y="4914868"/>
                <a:ext cx="1823965" cy="679481"/>
              </a:xfrm>
              <a:prstGeom prst="rect">
                <a:avLst/>
              </a:prstGeom>
              <a:blipFill>
                <a:blip r:embed="rId10"/>
                <a:stretch>
                  <a:fillRect l="-1379" t="-3636" r="-1379" b="-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2F06FE42-86AE-5D60-B2A3-EFDA28175207}"/>
                  </a:ext>
                </a:extLst>
              </p:cNvPr>
              <p:cNvSpPr txBox="1"/>
              <p:nvPr/>
            </p:nvSpPr>
            <p:spPr>
              <a:xfrm>
                <a:off x="1979375" y="3446775"/>
                <a:ext cx="67509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>
                          <a:latin typeface="Cambria Math" panose="02040503050406030204" pitchFamily="18" charset="0"/>
                        </a:rPr>
                        <m:t>–</m:t>
                      </m:r>
                    </m:oMath>
                  </m:oMathPara>
                </a14:m>
                <a:endParaRPr lang="en-US" b="1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2F06FE42-86AE-5D60-B2A3-EFDA28175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9375" y="3446775"/>
                <a:ext cx="675095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79761C1-E82D-C8FE-8B26-A66C592144C8}"/>
                  </a:ext>
                </a:extLst>
              </p:cNvPr>
              <p:cNvSpPr txBox="1"/>
              <p:nvPr/>
            </p:nvSpPr>
            <p:spPr>
              <a:xfrm>
                <a:off x="1167901" y="2744364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79761C1-E82D-C8FE-8B26-A66C59214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901" y="2744364"/>
                <a:ext cx="67509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CC836C8F-E483-231C-D387-7050C0F4F741}"/>
                  </a:ext>
                </a:extLst>
              </p:cNvPr>
              <p:cNvSpPr txBox="1"/>
              <p:nvPr/>
            </p:nvSpPr>
            <p:spPr>
              <a:xfrm>
                <a:off x="7526946" y="2776629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CC836C8F-E483-231C-D387-7050C0F4F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6946" y="2776629"/>
                <a:ext cx="67509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FC97D0CB-1EC8-6FB7-9917-D6F016EE5756}"/>
                  </a:ext>
                </a:extLst>
              </p:cNvPr>
              <p:cNvSpPr txBox="1"/>
              <p:nvPr/>
            </p:nvSpPr>
            <p:spPr>
              <a:xfrm>
                <a:off x="7864082" y="2420035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FC97D0CB-1EC8-6FB7-9917-D6F016EE57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4082" y="2420035"/>
                <a:ext cx="67509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278F41A-8216-2173-E106-B08761864612}"/>
                  </a:ext>
                </a:extLst>
              </p:cNvPr>
              <p:cNvSpPr txBox="1"/>
              <p:nvPr/>
            </p:nvSpPr>
            <p:spPr>
              <a:xfrm>
                <a:off x="7865026" y="3519990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278F41A-8216-2173-E106-B08761864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026" y="3519990"/>
                <a:ext cx="67509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TextBox 111">
            <a:extLst>
              <a:ext uri="{FF2B5EF4-FFF2-40B4-BE49-F238E27FC236}">
                <a16:creationId xmlns:a16="http://schemas.microsoft.com/office/drawing/2014/main" id="{A1BEFF3E-EBA8-E20A-308F-41DBC10F354F}"/>
              </a:ext>
            </a:extLst>
          </p:cNvPr>
          <p:cNvSpPr txBox="1"/>
          <p:nvPr/>
        </p:nvSpPr>
        <p:spPr>
          <a:xfrm>
            <a:off x="8654828" y="5201968"/>
            <a:ext cx="1661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Feedback</a:t>
            </a:r>
            <a:endParaRPr lang="en-US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71FB8EE-19C5-568B-5765-2B74302BB94A}"/>
              </a:ext>
            </a:extLst>
          </p:cNvPr>
          <p:cNvSpPr txBox="1"/>
          <p:nvPr/>
        </p:nvSpPr>
        <p:spPr>
          <a:xfrm>
            <a:off x="8782763" y="2499383"/>
            <a:ext cx="1341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Controller Output</a:t>
            </a:r>
            <a:endParaRPr lang="en-US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7DAAAB13-6877-D449-A143-024FABFB9F51}"/>
                  </a:ext>
                </a:extLst>
              </p:cNvPr>
              <p:cNvSpPr txBox="1"/>
              <p:nvPr/>
            </p:nvSpPr>
            <p:spPr>
              <a:xfrm>
                <a:off x="11656056" y="2467365"/>
                <a:ext cx="166182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Trebuchet MS" panose="020B0703020202090204" pitchFamily="34" charset="0"/>
                  </a:rPr>
                  <a:t>Current Angle</a:t>
                </a:r>
                <a:endParaRPr lang="en-US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7DAAAB13-6877-D449-A143-024FABFB9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6056" y="2467365"/>
                <a:ext cx="1661829" cy="646331"/>
              </a:xfrm>
              <a:prstGeom prst="rect">
                <a:avLst/>
              </a:prstGeom>
              <a:blipFill>
                <a:blip r:embed="rId16"/>
                <a:stretch>
                  <a:fillRect l="-758" t="-3846" r="-758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5951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E48DE-D2B8-F61D-BDC6-08FC9EA75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A97A36-B104-37E1-0287-EEC12971B274}"/>
              </a:ext>
            </a:extLst>
          </p:cNvPr>
          <p:cNvSpPr>
            <a:spLocks noChangeAspect="1"/>
          </p:cNvSpPr>
          <p:nvPr/>
        </p:nvSpPr>
        <p:spPr>
          <a:xfrm>
            <a:off x="-280952" y="-384602"/>
            <a:ext cx="13943234" cy="78430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C8544A7-A74B-3E2F-A9C5-F2E6F08F627B}"/>
                  </a:ext>
                </a:extLst>
              </p:cNvPr>
              <p:cNvSpPr/>
              <p:nvPr/>
            </p:nvSpPr>
            <p:spPr>
              <a:xfrm>
                <a:off x="5225612" y="1748509"/>
                <a:ext cx="2104780" cy="70913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Black" panose="020B0604020202020204" pitchFamily="34" charset="0"/>
                    <a:cs typeface="Arial Black" panose="020B0604020202020204" pitchFamily="34" charset="0"/>
                  </a:rPr>
                  <a:t>P        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𝑒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)</m:t>
                    </m:r>
                  </m:oMath>
                </a14:m>
                <a:endParaRPr lang="en-US" sz="3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292F49F-30DE-9A4B-2565-6FA0D0B4CD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612" y="1748509"/>
                <a:ext cx="2104780" cy="709137"/>
              </a:xfrm>
              <a:prstGeom prst="rect">
                <a:avLst/>
              </a:prstGeom>
              <a:blipFill>
                <a:blip r:embed="rId2"/>
                <a:stretch>
                  <a:fillRect l="-59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E38CAA-9FCE-20A2-D33A-2021CD2F1626}"/>
              </a:ext>
            </a:extLst>
          </p:cNvPr>
          <p:cNvCxnSpPr>
            <a:cxnSpLocks/>
          </p:cNvCxnSpPr>
          <p:nvPr/>
        </p:nvCxnSpPr>
        <p:spPr>
          <a:xfrm>
            <a:off x="138191" y="3182364"/>
            <a:ext cx="145515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6C0BBA2-0CEC-B9CE-728F-1C6759E9268C}"/>
              </a:ext>
            </a:extLst>
          </p:cNvPr>
          <p:cNvGrpSpPr/>
          <p:nvPr/>
        </p:nvGrpSpPr>
        <p:grpSpPr>
          <a:xfrm>
            <a:off x="1412105" y="2574288"/>
            <a:ext cx="1216152" cy="1216152"/>
            <a:chOff x="1871202" y="2751585"/>
            <a:chExt cx="1216152" cy="1216152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6B3BCFC-8156-F659-62A9-DF0C50948A82}"/>
                </a:ext>
              </a:extLst>
            </p:cNvPr>
            <p:cNvSpPr/>
            <p:nvPr/>
          </p:nvSpPr>
          <p:spPr>
            <a:xfrm>
              <a:off x="2033683" y="2914066"/>
              <a:ext cx="891190" cy="89119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Multiply 8">
              <a:extLst>
                <a:ext uri="{FF2B5EF4-FFF2-40B4-BE49-F238E27FC236}">
                  <a16:creationId xmlns:a16="http://schemas.microsoft.com/office/drawing/2014/main" id="{BAD93941-6837-C146-07F7-CDD529CE9BFC}"/>
                </a:ext>
              </a:extLst>
            </p:cNvPr>
            <p:cNvSpPr/>
            <p:nvPr/>
          </p:nvSpPr>
          <p:spPr>
            <a:xfrm>
              <a:off x="1871202" y="2751585"/>
              <a:ext cx="1216152" cy="1216152"/>
            </a:xfrm>
            <a:prstGeom prst="mathMultiply">
              <a:avLst>
                <a:gd name="adj1" fmla="val 2711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riangle 10">
                <a:extLst>
                  <a:ext uri="{FF2B5EF4-FFF2-40B4-BE49-F238E27FC236}">
                    <a16:creationId xmlns:a16="http://schemas.microsoft.com/office/drawing/2014/main" id="{581E665E-9C95-693C-3530-1186086D5797}"/>
                  </a:ext>
                </a:extLst>
              </p:cNvPr>
              <p:cNvSpPr/>
              <p:nvPr/>
            </p:nvSpPr>
            <p:spPr>
              <a:xfrm rot="5400000">
                <a:off x="3951730" y="1586455"/>
                <a:ext cx="671673" cy="1043189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 Black" panose="020B0604020202020204" pitchFamily="34" charset="0"/>
                        </a:rPr>
                        <m:t>   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𝐊</m:t>
                          </m:r>
                        </m:e>
                        <m:sub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𝐩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Triangle 10">
                <a:extLst>
                  <a:ext uri="{FF2B5EF4-FFF2-40B4-BE49-F238E27FC236}">
                    <a16:creationId xmlns:a16="http://schemas.microsoft.com/office/drawing/2014/main" id="{AAB6991D-4EED-F3DF-90A1-7AFADAE553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951730" y="1586455"/>
                <a:ext cx="671673" cy="1043189"/>
              </a:xfrm>
              <a:prstGeom prst="triangle">
                <a:avLst/>
              </a:prstGeom>
              <a:blipFill>
                <a:blip r:embed="rId3"/>
                <a:stretch>
                  <a:fillRect l="-20930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B3616C5-B9D2-BFDC-9EA4-0EA3AC70DCE8}"/>
                  </a:ext>
                </a:extLst>
              </p:cNvPr>
              <p:cNvSpPr/>
              <p:nvPr/>
            </p:nvSpPr>
            <p:spPr>
              <a:xfrm>
                <a:off x="5225612" y="2827796"/>
                <a:ext cx="2104780" cy="70913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Black" panose="020B0604020202020204" pitchFamily="34" charset="0"/>
                    <a:cs typeface="Arial Black" panose="020B0604020202020204" pitchFamily="34" charset="0"/>
                  </a:rPr>
                  <a:t>I   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ctrlPr>
                          <a:rPr lang="en-US" sz="24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𝑡</m:t>
                        </m:r>
                      </m:sup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𝑒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𝜏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𝑑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𝜏</m:t>
                        </m:r>
                      </m:e>
                    </m:nary>
                  </m:oMath>
                </a14:m>
                <a:endParaRPr lang="en-US" sz="3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9548E43-F5BA-CAEE-B2F0-010B5C08D2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612" y="2827796"/>
                <a:ext cx="2104780" cy="709137"/>
              </a:xfrm>
              <a:prstGeom prst="rect">
                <a:avLst/>
              </a:prstGeom>
              <a:blipFill>
                <a:blip r:embed="rId4"/>
                <a:stretch>
                  <a:fillRect t="-81034" b="-13448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8188D49-D80B-4F3A-7EBE-C763B104BC7A}"/>
                  </a:ext>
                </a:extLst>
              </p:cNvPr>
              <p:cNvSpPr/>
              <p:nvPr/>
            </p:nvSpPr>
            <p:spPr>
              <a:xfrm>
                <a:off x="5225612" y="3907408"/>
                <a:ext cx="2104780" cy="70913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Black" panose="020B0604020202020204" pitchFamily="34" charset="0"/>
                    <a:cs typeface="Arial Black" panose="020B0604020202020204" pitchFamily="34" charset="0"/>
                  </a:rPr>
                  <a:t>D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𝑑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𝑒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)</m:t>
                    </m:r>
                  </m:oMath>
                </a14:m>
                <a:endParaRPr lang="en-US" sz="3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EE4FE36-C929-FFD9-DFEB-AD6567302A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612" y="3907408"/>
                <a:ext cx="2104780" cy="709137"/>
              </a:xfrm>
              <a:prstGeom prst="rect">
                <a:avLst/>
              </a:prstGeom>
              <a:blipFill>
                <a:blip r:embed="rId5"/>
                <a:stretch>
                  <a:fillRect l="-59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riangle 13">
                <a:extLst>
                  <a:ext uri="{FF2B5EF4-FFF2-40B4-BE49-F238E27FC236}">
                    <a16:creationId xmlns:a16="http://schemas.microsoft.com/office/drawing/2014/main" id="{8008D610-2FC5-651D-864E-4B56213BC19B}"/>
                  </a:ext>
                </a:extLst>
              </p:cNvPr>
              <p:cNvSpPr/>
              <p:nvPr/>
            </p:nvSpPr>
            <p:spPr>
              <a:xfrm rot="5400000">
                <a:off x="3963181" y="2663353"/>
                <a:ext cx="671673" cy="1043189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 Black" panose="020B0604020202020204" pitchFamily="34" charset="0"/>
                        </a:rPr>
                        <m:t>   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𝐊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4" name="Triangle 13">
                <a:extLst>
                  <a:ext uri="{FF2B5EF4-FFF2-40B4-BE49-F238E27FC236}">
                    <a16:creationId xmlns:a16="http://schemas.microsoft.com/office/drawing/2014/main" id="{B280C401-B14C-B848-04EC-4F598F764C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963181" y="2663353"/>
                <a:ext cx="671673" cy="1043189"/>
              </a:xfrm>
              <a:prstGeom prst="triangle">
                <a:avLst/>
              </a:prstGeom>
              <a:blipFill>
                <a:blip r:embed="rId6"/>
                <a:stretch>
                  <a:fillRect l="-1860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riangle 14">
                <a:extLst>
                  <a:ext uri="{FF2B5EF4-FFF2-40B4-BE49-F238E27FC236}">
                    <a16:creationId xmlns:a16="http://schemas.microsoft.com/office/drawing/2014/main" id="{06AB1AAD-4D04-F733-4E99-8F75C5986799}"/>
                  </a:ext>
                </a:extLst>
              </p:cNvPr>
              <p:cNvSpPr/>
              <p:nvPr/>
            </p:nvSpPr>
            <p:spPr>
              <a:xfrm rot="5400000">
                <a:off x="3951731" y="3740251"/>
                <a:ext cx="671673" cy="1043189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 Black" panose="020B0604020202020204" pitchFamily="34" charset="0"/>
                        </a:rPr>
                        <m:t>   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𝐊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5" name="Triangle 14">
                <a:extLst>
                  <a:ext uri="{FF2B5EF4-FFF2-40B4-BE49-F238E27FC236}">
                    <a16:creationId xmlns:a16="http://schemas.microsoft.com/office/drawing/2014/main" id="{E0825100-377A-9407-1909-1D8B9D3E9A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951731" y="3740251"/>
                <a:ext cx="671673" cy="1043189"/>
              </a:xfrm>
              <a:prstGeom prst="triangle">
                <a:avLst/>
              </a:prstGeom>
              <a:blipFill>
                <a:blip r:embed="rId7"/>
                <a:stretch>
                  <a:fillRect l="-2209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E49AF9-9E20-6BFC-F268-76AD6237D63D}"/>
              </a:ext>
            </a:extLst>
          </p:cNvPr>
          <p:cNvCxnSpPr>
            <a:cxnSpLocks/>
            <a:endCxn id="14" idx="3"/>
          </p:cNvCxnSpPr>
          <p:nvPr/>
        </p:nvCxnSpPr>
        <p:spPr>
          <a:xfrm>
            <a:off x="2471297" y="3182364"/>
            <a:ext cx="1306126" cy="258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522C728-65D0-AA3B-9E86-CECB42B617D3}"/>
              </a:ext>
            </a:extLst>
          </p:cNvPr>
          <p:cNvCxnSpPr>
            <a:cxnSpLocks/>
          </p:cNvCxnSpPr>
          <p:nvPr/>
        </p:nvCxnSpPr>
        <p:spPr>
          <a:xfrm>
            <a:off x="3252335" y="2088519"/>
            <a:ext cx="0" cy="2192059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A5C9622-367D-7E62-C9A1-1E5FF08E25B4}"/>
              </a:ext>
            </a:extLst>
          </p:cNvPr>
          <p:cNvCxnSpPr>
            <a:cxnSpLocks/>
          </p:cNvCxnSpPr>
          <p:nvPr/>
        </p:nvCxnSpPr>
        <p:spPr>
          <a:xfrm>
            <a:off x="3223633" y="4252933"/>
            <a:ext cx="55379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26BBBD6-26D4-20FB-152F-79F69BD1D72D}"/>
              </a:ext>
            </a:extLst>
          </p:cNvPr>
          <p:cNvCxnSpPr>
            <a:cxnSpLocks/>
          </p:cNvCxnSpPr>
          <p:nvPr/>
        </p:nvCxnSpPr>
        <p:spPr>
          <a:xfrm>
            <a:off x="3223633" y="2108049"/>
            <a:ext cx="55379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9236BAB-3E0D-E533-E7FE-CE938F0CA032}"/>
              </a:ext>
            </a:extLst>
          </p:cNvPr>
          <p:cNvCxnSpPr>
            <a:cxnSpLocks/>
          </p:cNvCxnSpPr>
          <p:nvPr/>
        </p:nvCxnSpPr>
        <p:spPr>
          <a:xfrm>
            <a:off x="4820612" y="4262221"/>
            <a:ext cx="40500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338BF0D-09F9-8354-8685-04B41F795A38}"/>
              </a:ext>
            </a:extLst>
          </p:cNvPr>
          <p:cNvCxnSpPr>
            <a:cxnSpLocks/>
          </p:cNvCxnSpPr>
          <p:nvPr/>
        </p:nvCxnSpPr>
        <p:spPr>
          <a:xfrm>
            <a:off x="4820612" y="3182933"/>
            <a:ext cx="40500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E24E593-52D2-A07B-C4CE-A71CD50D79CD}"/>
              </a:ext>
            </a:extLst>
          </p:cNvPr>
          <p:cNvCxnSpPr>
            <a:cxnSpLocks/>
          </p:cNvCxnSpPr>
          <p:nvPr/>
        </p:nvCxnSpPr>
        <p:spPr>
          <a:xfrm>
            <a:off x="4809161" y="2108048"/>
            <a:ext cx="40500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18E6523-3B15-049E-F046-F40E646B177C}"/>
              </a:ext>
            </a:extLst>
          </p:cNvPr>
          <p:cNvGrpSpPr/>
          <p:nvPr/>
        </p:nvGrpSpPr>
        <p:grpSpPr>
          <a:xfrm>
            <a:off x="7759220" y="2566415"/>
            <a:ext cx="1216152" cy="1216152"/>
            <a:chOff x="1871202" y="2751585"/>
            <a:chExt cx="1216152" cy="1216152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E28ABA36-9C6E-F165-CEA2-B4920898824E}"/>
                </a:ext>
              </a:extLst>
            </p:cNvPr>
            <p:cNvSpPr/>
            <p:nvPr/>
          </p:nvSpPr>
          <p:spPr>
            <a:xfrm>
              <a:off x="2033683" y="2914066"/>
              <a:ext cx="891190" cy="89119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Multiply 51">
              <a:extLst>
                <a:ext uri="{FF2B5EF4-FFF2-40B4-BE49-F238E27FC236}">
                  <a16:creationId xmlns:a16="http://schemas.microsoft.com/office/drawing/2014/main" id="{A94F9BFC-2372-572C-53A2-20E7ABBAC53C}"/>
                </a:ext>
              </a:extLst>
            </p:cNvPr>
            <p:cNvSpPr/>
            <p:nvPr/>
          </p:nvSpPr>
          <p:spPr>
            <a:xfrm>
              <a:off x="1871202" y="2751585"/>
              <a:ext cx="1216152" cy="1216152"/>
            </a:xfrm>
            <a:prstGeom prst="mathMultiply">
              <a:avLst>
                <a:gd name="adj1" fmla="val 2711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572D95D-AE83-8502-9395-0FFAED255B89}"/>
              </a:ext>
            </a:extLst>
          </p:cNvPr>
          <p:cNvCxnSpPr>
            <a:cxnSpLocks/>
          </p:cNvCxnSpPr>
          <p:nvPr/>
        </p:nvCxnSpPr>
        <p:spPr>
          <a:xfrm>
            <a:off x="7333412" y="3182364"/>
            <a:ext cx="58324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1BD441B-7DC6-3E63-4B9D-DEB0A4D57861}"/>
              </a:ext>
            </a:extLst>
          </p:cNvPr>
          <p:cNvCxnSpPr>
            <a:cxnSpLocks/>
          </p:cNvCxnSpPr>
          <p:nvPr/>
        </p:nvCxnSpPr>
        <p:spPr>
          <a:xfrm>
            <a:off x="7335239" y="2103077"/>
            <a:ext cx="105945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56B5615-2E8B-E50E-4994-C21BA95B6ADC}"/>
              </a:ext>
            </a:extLst>
          </p:cNvPr>
          <p:cNvCxnSpPr>
            <a:cxnSpLocks/>
          </p:cNvCxnSpPr>
          <p:nvPr/>
        </p:nvCxnSpPr>
        <p:spPr>
          <a:xfrm>
            <a:off x="8367296" y="2088519"/>
            <a:ext cx="0" cy="63210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6FB283A-3BFA-60FA-FEA3-D45DF040346A}"/>
              </a:ext>
            </a:extLst>
          </p:cNvPr>
          <p:cNvCxnSpPr>
            <a:cxnSpLocks/>
          </p:cNvCxnSpPr>
          <p:nvPr/>
        </p:nvCxnSpPr>
        <p:spPr>
          <a:xfrm>
            <a:off x="7334353" y="4252933"/>
            <a:ext cx="105945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1C855218-7BA0-37C4-78FF-46F0C647BB9B}"/>
              </a:ext>
            </a:extLst>
          </p:cNvPr>
          <p:cNvCxnSpPr>
            <a:cxnSpLocks/>
          </p:cNvCxnSpPr>
          <p:nvPr/>
        </p:nvCxnSpPr>
        <p:spPr>
          <a:xfrm flipV="1">
            <a:off x="8367296" y="3630909"/>
            <a:ext cx="0" cy="63093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756E29E8-60C2-3914-A15D-FB01A57FFB81}"/>
              </a:ext>
            </a:extLst>
          </p:cNvPr>
          <p:cNvSpPr/>
          <p:nvPr/>
        </p:nvSpPr>
        <p:spPr>
          <a:xfrm>
            <a:off x="10314154" y="2809887"/>
            <a:ext cx="1341902" cy="7091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Motors</a:t>
            </a:r>
            <a:endParaRPr lang="en-US" sz="28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7B13EC1-6785-CE6E-94FF-0076A7237EA2}"/>
              </a:ext>
            </a:extLst>
          </p:cNvPr>
          <p:cNvCxnSpPr>
            <a:cxnSpLocks/>
            <a:stCxn id="51" idx="6"/>
          </p:cNvCxnSpPr>
          <p:nvPr/>
        </p:nvCxnSpPr>
        <p:spPr>
          <a:xfrm flipV="1">
            <a:off x="8812891" y="3166215"/>
            <a:ext cx="150376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9B6400BB-76B8-B455-8B42-0A13B528736C}"/>
              </a:ext>
            </a:extLst>
          </p:cNvPr>
          <p:cNvCxnSpPr>
            <a:cxnSpLocks/>
          </p:cNvCxnSpPr>
          <p:nvPr/>
        </p:nvCxnSpPr>
        <p:spPr>
          <a:xfrm>
            <a:off x="11656056" y="3182364"/>
            <a:ext cx="166182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A3430346-5AEE-CB36-CEA4-101FE2669408}"/>
              </a:ext>
            </a:extLst>
          </p:cNvPr>
          <p:cNvSpPr/>
          <p:nvPr/>
        </p:nvSpPr>
        <p:spPr>
          <a:xfrm>
            <a:off x="5623283" y="5248885"/>
            <a:ext cx="1341902" cy="7091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Sensors</a:t>
            </a:r>
            <a:endParaRPr lang="en-US" sz="28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854A6BB-A8B0-26A9-EA80-BAFA0D7E289C}"/>
              </a:ext>
            </a:extLst>
          </p:cNvPr>
          <p:cNvCxnSpPr>
            <a:cxnSpLocks/>
          </p:cNvCxnSpPr>
          <p:nvPr/>
        </p:nvCxnSpPr>
        <p:spPr>
          <a:xfrm>
            <a:off x="12560032" y="3182364"/>
            <a:ext cx="0" cy="245580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5E2BC7FF-B098-4835-2ACB-F294CBDF8B43}"/>
              </a:ext>
            </a:extLst>
          </p:cNvPr>
          <p:cNvCxnSpPr>
            <a:cxnSpLocks/>
          </p:cNvCxnSpPr>
          <p:nvPr/>
        </p:nvCxnSpPr>
        <p:spPr>
          <a:xfrm flipH="1">
            <a:off x="6965185" y="5607450"/>
            <a:ext cx="5594847" cy="356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26726733-5CDF-CF8E-A839-10DBACBB935E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1990086" y="5601645"/>
            <a:ext cx="3633197" cy="1809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8770D65B-7417-CB21-2AF5-97FC77E1B52D}"/>
              </a:ext>
            </a:extLst>
          </p:cNvPr>
          <p:cNvCxnSpPr>
            <a:cxnSpLocks/>
            <a:endCxn id="7" idx="4"/>
          </p:cNvCxnSpPr>
          <p:nvPr/>
        </p:nvCxnSpPr>
        <p:spPr>
          <a:xfrm flipV="1">
            <a:off x="2017415" y="3627959"/>
            <a:ext cx="2766" cy="19825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0F4B02B2-008F-B232-39ED-B7427ED88174}"/>
                  </a:ext>
                </a:extLst>
              </p:cNvPr>
              <p:cNvSpPr txBox="1"/>
              <p:nvPr/>
            </p:nvSpPr>
            <p:spPr>
              <a:xfrm>
                <a:off x="-39771" y="2504630"/>
                <a:ext cx="166182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rebuchet MS" panose="020B0703020202090204" pitchFamily="34" charset="0"/>
                  </a:rPr>
                  <a:t>Target Angle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0°</m:t>
                    </m:r>
                  </m:oMath>
                </a14:m>
                <a:endParaRPr lang="en-US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1711CF21-BAC6-23C7-DF21-3B9CF94B2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9771" y="2504630"/>
                <a:ext cx="1661829" cy="646331"/>
              </a:xfrm>
              <a:prstGeom prst="rect">
                <a:avLst/>
              </a:prstGeom>
              <a:blipFill>
                <a:blip r:embed="rId8"/>
                <a:stretch>
                  <a:fillRect t="-5769" r="-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31644E7B-FEFC-30FB-C55C-7515358C83A0}"/>
                  </a:ext>
                </a:extLst>
              </p:cNvPr>
              <p:cNvSpPr txBox="1"/>
              <p:nvPr/>
            </p:nvSpPr>
            <p:spPr>
              <a:xfrm>
                <a:off x="1979375" y="2523362"/>
                <a:ext cx="166182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rebuchet MS" panose="020B0703020202090204" pitchFamily="34" charset="0"/>
                  </a:rPr>
                  <a:t>Error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42AB1540-E5DF-C56F-F886-F3E54CCB3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9375" y="2523362"/>
                <a:ext cx="1661829" cy="646331"/>
              </a:xfrm>
              <a:prstGeom prst="rect">
                <a:avLst/>
              </a:prstGeom>
              <a:blipFill>
                <a:blip r:embed="rId9"/>
                <a:stretch>
                  <a:fillRect t="-384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E5DF802E-C57C-36C9-46C7-672DE32A2A73}"/>
                  </a:ext>
                </a:extLst>
              </p:cNvPr>
              <p:cNvSpPr txBox="1"/>
              <p:nvPr/>
            </p:nvSpPr>
            <p:spPr>
              <a:xfrm>
                <a:off x="2104143" y="4914868"/>
                <a:ext cx="1823965" cy="6794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Trebuchet MS" panose="020B0703020202090204" pitchFamily="34" charset="0"/>
                  </a:rPr>
                  <a:t>Measured Angle</a:t>
                </a:r>
                <a:endParaRPr lang="en-US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563B74A3-C5AA-EEA3-0791-95B8D4A545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4143" y="4914868"/>
                <a:ext cx="1823965" cy="679481"/>
              </a:xfrm>
              <a:prstGeom prst="rect">
                <a:avLst/>
              </a:prstGeom>
              <a:blipFill>
                <a:blip r:embed="rId10"/>
                <a:stretch>
                  <a:fillRect l="-1379" t="-3636" r="-1379" b="-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C5E66572-E617-EBC4-1393-9DA102D80CB2}"/>
                  </a:ext>
                </a:extLst>
              </p:cNvPr>
              <p:cNvSpPr txBox="1"/>
              <p:nvPr/>
            </p:nvSpPr>
            <p:spPr>
              <a:xfrm>
                <a:off x="1979375" y="3446775"/>
                <a:ext cx="67509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>
                          <a:latin typeface="Cambria Math" panose="02040503050406030204" pitchFamily="18" charset="0"/>
                        </a:rPr>
                        <m:t>–</m:t>
                      </m:r>
                    </m:oMath>
                  </m:oMathPara>
                </a14:m>
                <a:endParaRPr lang="en-US" b="1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2F06FE42-86AE-5D60-B2A3-EFDA28175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9375" y="3446775"/>
                <a:ext cx="675095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C4958526-892B-F433-48FE-66562E1E1B05}"/>
                  </a:ext>
                </a:extLst>
              </p:cNvPr>
              <p:cNvSpPr txBox="1"/>
              <p:nvPr/>
            </p:nvSpPr>
            <p:spPr>
              <a:xfrm>
                <a:off x="1167901" y="2744364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79761C1-E82D-C8FE-8B26-A66C59214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901" y="2744364"/>
                <a:ext cx="67509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B6D41160-6A30-6743-0889-BFB46D9A8330}"/>
                  </a:ext>
                </a:extLst>
              </p:cNvPr>
              <p:cNvSpPr txBox="1"/>
              <p:nvPr/>
            </p:nvSpPr>
            <p:spPr>
              <a:xfrm>
                <a:off x="7526946" y="2776629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CC836C8F-E483-231C-D387-7050C0F4F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6946" y="2776629"/>
                <a:ext cx="67509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51817132-17E4-CFBE-FDA2-F487F2DFC8BF}"/>
                  </a:ext>
                </a:extLst>
              </p:cNvPr>
              <p:cNvSpPr txBox="1"/>
              <p:nvPr/>
            </p:nvSpPr>
            <p:spPr>
              <a:xfrm>
                <a:off x="7864082" y="2420035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FC97D0CB-1EC8-6FB7-9917-D6F016EE57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4082" y="2420035"/>
                <a:ext cx="67509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C2042819-84B8-BCE2-2B73-6D5AD98A0B44}"/>
                  </a:ext>
                </a:extLst>
              </p:cNvPr>
              <p:cNvSpPr txBox="1"/>
              <p:nvPr/>
            </p:nvSpPr>
            <p:spPr>
              <a:xfrm>
                <a:off x="7865026" y="3519990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278F41A-8216-2173-E106-B08761864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026" y="3519990"/>
                <a:ext cx="67509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TextBox 111">
            <a:extLst>
              <a:ext uri="{FF2B5EF4-FFF2-40B4-BE49-F238E27FC236}">
                <a16:creationId xmlns:a16="http://schemas.microsoft.com/office/drawing/2014/main" id="{61E712C3-7B33-62F2-7B22-3114711D887B}"/>
              </a:ext>
            </a:extLst>
          </p:cNvPr>
          <p:cNvSpPr txBox="1"/>
          <p:nvPr/>
        </p:nvSpPr>
        <p:spPr>
          <a:xfrm>
            <a:off x="8654828" y="5201968"/>
            <a:ext cx="1661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Feedback</a:t>
            </a:r>
            <a:endParaRPr lang="en-US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18245E2-813D-1772-C0EB-4269FEDD7ADA}"/>
              </a:ext>
            </a:extLst>
          </p:cNvPr>
          <p:cNvSpPr txBox="1"/>
          <p:nvPr/>
        </p:nvSpPr>
        <p:spPr>
          <a:xfrm>
            <a:off x="8782763" y="2499383"/>
            <a:ext cx="1341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Controller Output</a:t>
            </a:r>
            <a:endParaRPr lang="en-US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63FD76DD-A629-6E61-122A-AB94372AEB9F}"/>
                  </a:ext>
                </a:extLst>
              </p:cNvPr>
              <p:cNvSpPr txBox="1"/>
              <p:nvPr/>
            </p:nvSpPr>
            <p:spPr>
              <a:xfrm>
                <a:off x="11656056" y="2467365"/>
                <a:ext cx="166182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Trebuchet MS" panose="020B0703020202090204" pitchFamily="34" charset="0"/>
                  </a:rPr>
                  <a:t>Current Angle</a:t>
                </a:r>
                <a:endParaRPr lang="en-US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tx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7DAAAB13-6877-D449-A143-024FABFB9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6056" y="2467365"/>
                <a:ext cx="1661829" cy="646331"/>
              </a:xfrm>
              <a:prstGeom prst="rect">
                <a:avLst/>
              </a:prstGeom>
              <a:blipFill>
                <a:blip r:embed="rId16"/>
                <a:stretch>
                  <a:fillRect l="-758" t="-3846" r="-758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7448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47A3B-8F38-2034-6A68-EF23C0BC9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BED2ADC-6A54-1947-76A4-6CC94CAD32AC}"/>
                  </a:ext>
                </a:extLst>
              </p:cNvPr>
              <p:cNvSpPr/>
              <p:nvPr/>
            </p:nvSpPr>
            <p:spPr>
              <a:xfrm>
                <a:off x="5225612" y="1748509"/>
                <a:ext cx="2104780" cy="70913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Black" panose="020B0604020202020204" pitchFamily="34" charset="0"/>
                    <a:cs typeface="Arial Black" panose="020B0604020202020204" pitchFamily="34" charset="0"/>
                  </a:rPr>
                  <a:t>P        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𝑒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)</m:t>
                    </m:r>
                  </m:oMath>
                </a14:m>
                <a:endParaRPr lang="en-US" sz="3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BED2ADC-6A54-1947-76A4-6CC94CAD32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612" y="1748509"/>
                <a:ext cx="2104780" cy="709137"/>
              </a:xfrm>
              <a:prstGeom prst="rect">
                <a:avLst/>
              </a:prstGeom>
              <a:blipFill>
                <a:blip r:embed="rId2"/>
                <a:stretch>
                  <a:fillRect l="-59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076D486-DE44-6E5C-B2E6-06EBB59BCCE4}"/>
              </a:ext>
            </a:extLst>
          </p:cNvPr>
          <p:cNvCxnSpPr>
            <a:cxnSpLocks/>
          </p:cNvCxnSpPr>
          <p:nvPr/>
        </p:nvCxnSpPr>
        <p:spPr>
          <a:xfrm>
            <a:off x="138191" y="3182364"/>
            <a:ext cx="1455153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F9365E-8482-C4FB-7EDA-49C54CFD6F5A}"/>
              </a:ext>
            </a:extLst>
          </p:cNvPr>
          <p:cNvGrpSpPr/>
          <p:nvPr/>
        </p:nvGrpSpPr>
        <p:grpSpPr>
          <a:xfrm>
            <a:off x="1412105" y="2574288"/>
            <a:ext cx="1216152" cy="1216152"/>
            <a:chOff x="1871202" y="2751585"/>
            <a:chExt cx="1216152" cy="1216152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B318199-1DF6-6E74-9D2E-D0C758CF1E03}"/>
                </a:ext>
              </a:extLst>
            </p:cNvPr>
            <p:cNvSpPr/>
            <p:nvPr/>
          </p:nvSpPr>
          <p:spPr>
            <a:xfrm>
              <a:off x="2033683" y="2914066"/>
              <a:ext cx="891190" cy="89119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Multiply 8">
              <a:extLst>
                <a:ext uri="{FF2B5EF4-FFF2-40B4-BE49-F238E27FC236}">
                  <a16:creationId xmlns:a16="http://schemas.microsoft.com/office/drawing/2014/main" id="{F1A2B8BD-B3E3-8A3C-2F96-E8799C37A418}"/>
                </a:ext>
              </a:extLst>
            </p:cNvPr>
            <p:cNvSpPr/>
            <p:nvPr/>
          </p:nvSpPr>
          <p:spPr>
            <a:xfrm>
              <a:off x="1871202" y="2751585"/>
              <a:ext cx="1216152" cy="1216152"/>
            </a:xfrm>
            <a:prstGeom prst="mathMultiply">
              <a:avLst>
                <a:gd name="adj1" fmla="val 2711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riangle 10">
                <a:extLst>
                  <a:ext uri="{FF2B5EF4-FFF2-40B4-BE49-F238E27FC236}">
                    <a16:creationId xmlns:a16="http://schemas.microsoft.com/office/drawing/2014/main" id="{92AF71E5-A23F-ED85-9C73-921B14260251}"/>
                  </a:ext>
                </a:extLst>
              </p:cNvPr>
              <p:cNvSpPr/>
              <p:nvPr/>
            </p:nvSpPr>
            <p:spPr>
              <a:xfrm rot="5400000">
                <a:off x="3951730" y="1586455"/>
                <a:ext cx="671673" cy="1043189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 Black" panose="020B0604020202020204" pitchFamily="34" charset="0"/>
                        </a:rPr>
                        <m:t>   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𝐊</m:t>
                          </m:r>
                        </m:e>
                        <m:sub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𝐩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Triangle 10">
                <a:extLst>
                  <a:ext uri="{FF2B5EF4-FFF2-40B4-BE49-F238E27FC236}">
                    <a16:creationId xmlns:a16="http://schemas.microsoft.com/office/drawing/2014/main" id="{92AF71E5-A23F-ED85-9C73-921B14260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951730" y="1586455"/>
                <a:ext cx="671673" cy="1043189"/>
              </a:xfrm>
              <a:prstGeom prst="triangle">
                <a:avLst/>
              </a:prstGeom>
              <a:blipFill>
                <a:blip r:embed="rId3"/>
                <a:stretch>
                  <a:fillRect l="-20930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8858B7B-3655-38E8-73F7-4201F9446CD2}"/>
                  </a:ext>
                </a:extLst>
              </p:cNvPr>
              <p:cNvSpPr/>
              <p:nvPr/>
            </p:nvSpPr>
            <p:spPr>
              <a:xfrm>
                <a:off x="5225612" y="2827796"/>
                <a:ext cx="2104780" cy="70913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Black" panose="020B0604020202020204" pitchFamily="34" charset="0"/>
                    <a:cs typeface="Arial Black" panose="020B0604020202020204" pitchFamily="34" charset="0"/>
                  </a:rPr>
                  <a:t>I   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ctrlPr>
                          <a:rPr lang="en-US" sz="24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𝑡</m:t>
                        </m:r>
                      </m:sup>
                      <m:e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𝑒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𝜏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𝑑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𝜏</m:t>
                        </m:r>
                      </m:e>
                    </m:nary>
                  </m:oMath>
                </a14:m>
                <a:endParaRPr lang="en-US" sz="3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8858B7B-3655-38E8-73F7-4201F9446C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612" y="2827796"/>
                <a:ext cx="2104780" cy="709137"/>
              </a:xfrm>
              <a:prstGeom prst="rect">
                <a:avLst/>
              </a:prstGeom>
              <a:blipFill>
                <a:blip r:embed="rId4"/>
                <a:stretch>
                  <a:fillRect t="-81034" b="-13448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43B8BFE-BBF9-6B63-727A-E8D449D91252}"/>
                  </a:ext>
                </a:extLst>
              </p:cNvPr>
              <p:cNvSpPr/>
              <p:nvPr/>
            </p:nvSpPr>
            <p:spPr>
              <a:xfrm>
                <a:off x="5225612" y="3907408"/>
                <a:ext cx="2104780" cy="70913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 Black" panose="020B0604020202020204" pitchFamily="34" charset="0"/>
                    <a:cs typeface="Arial Black" panose="020B0604020202020204" pitchFamily="34" charset="0"/>
                  </a:rPr>
                  <a:t>D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𝑑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1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cs typeface="Arial Black" panose="020B0604020202020204" pitchFamily="34" charset="0"/>
                          </a:rPr>
                          <m:t>𝑑𝑡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𝑒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cs typeface="Arial Black" panose="020B0604020202020204" pitchFamily="34" charset="0"/>
                      </a:rPr>
                      <m:t>)</m:t>
                    </m:r>
                  </m:oMath>
                </a14:m>
                <a:endParaRPr lang="en-US" sz="3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43B8BFE-BBF9-6B63-727A-E8D449D912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612" y="3907408"/>
                <a:ext cx="2104780" cy="709137"/>
              </a:xfrm>
              <a:prstGeom prst="rect">
                <a:avLst/>
              </a:prstGeom>
              <a:blipFill>
                <a:blip r:embed="rId5"/>
                <a:stretch>
                  <a:fillRect l="-59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riangle 13">
                <a:extLst>
                  <a:ext uri="{FF2B5EF4-FFF2-40B4-BE49-F238E27FC236}">
                    <a16:creationId xmlns:a16="http://schemas.microsoft.com/office/drawing/2014/main" id="{6BA89D57-22E8-FB63-D82B-8481D90D8612}"/>
                  </a:ext>
                </a:extLst>
              </p:cNvPr>
              <p:cNvSpPr/>
              <p:nvPr/>
            </p:nvSpPr>
            <p:spPr>
              <a:xfrm rot="5400000">
                <a:off x="3963181" y="2663353"/>
                <a:ext cx="671673" cy="1043189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 Black" panose="020B0604020202020204" pitchFamily="34" charset="0"/>
                        </a:rPr>
                        <m:t>   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𝐊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4" name="Triangle 13">
                <a:extLst>
                  <a:ext uri="{FF2B5EF4-FFF2-40B4-BE49-F238E27FC236}">
                    <a16:creationId xmlns:a16="http://schemas.microsoft.com/office/drawing/2014/main" id="{6BA89D57-22E8-FB63-D82B-8481D90D86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963181" y="2663353"/>
                <a:ext cx="671673" cy="1043189"/>
              </a:xfrm>
              <a:prstGeom prst="triangle">
                <a:avLst/>
              </a:prstGeom>
              <a:blipFill>
                <a:blip r:embed="rId6"/>
                <a:stretch>
                  <a:fillRect l="-1860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riangle 14">
                <a:extLst>
                  <a:ext uri="{FF2B5EF4-FFF2-40B4-BE49-F238E27FC236}">
                    <a16:creationId xmlns:a16="http://schemas.microsoft.com/office/drawing/2014/main" id="{78C02E39-ACA4-EDA1-E7A4-5532EE4FB2B4}"/>
                  </a:ext>
                </a:extLst>
              </p:cNvPr>
              <p:cNvSpPr/>
              <p:nvPr/>
            </p:nvSpPr>
            <p:spPr>
              <a:xfrm rot="5400000">
                <a:off x="3951731" y="3740251"/>
                <a:ext cx="671673" cy="1043189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0" smtClean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cs typeface="Arial Black" panose="020B0604020202020204" pitchFamily="34" charset="0"/>
                        </a:rPr>
                        <m:t>   </m:t>
                      </m:r>
                      <m:sSub>
                        <m:sSubPr>
                          <m:ctrlPr>
                            <a:rPr lang="en-US" sz="2400" b="1" i="1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𝐊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1" i="0" smtClean="0"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cs typeface="Arial Black" panose="020B0604020202020204" pitchFamily="34" charset="0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  <a:endPara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 Black" panose="020B0604020202020204" pitchFamily="34" charset="0"/>
                  <a:cs typeface="Arial Black" panose="020B0604020202020204" pitchFamily="34" charset="0"/>
                </a:endParaRPr>
              </a:p>
            </p:txBody>
          </p:sp>
        </mc:Choice>
        <mc:Fallback xmlns="">
          <p:sp>
            <p:nvSpPr>
              <p:cNvPr id="15" name="Triangle 14">
                <a:extLst>
                  <a:ext uri="{FF2B5EF4-FFF2-40B4-BE49-F238E27FC236}">
                    <a16:creationId xmlns:a16="http://schemas.microsoft.com/office/drawing/2014/main" id="{78C02E39-ACA4-EDA1-E7A4-5532EE4FB2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951731" y="3740251"/>
                <a:ext cx="671673" cy="1043189"/>
              </a:xfrm>
              <a:prstGeom prst="triangle">
                <a:avLst/>
              </a:prstGeom>
              <a:blipFill>
                <a:blip r:embed="rId7"/>
                <a:stretch>
                  <a:fillRect l="-2209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8905C1C-5778-DAB4-2C3C-84D92D745267}"/>
              </a:ext>
            </a:extLst>
          </p:cNvPr>
          <p:cNvCxnSpPr>
            <a:cxnSpLocks/>
            <a:endCxn id="14" idx="3"/>
          </p:cNvCxnSpPr>
          <p:nvPr/>
        </p:nvCxnSpPr>
        <p:spPr>
          <a:xfrm>
            <a:off x="2471297" y="3182364"/>
            <a:ext cx="1306126" cy="2584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DDC3E23-332C-CEB9-FD4C-0C02D0311D6E}"/>
              </a:ext>
            </a:extLst>
          </p:cNvPr>
          <p:cNvCxnSpPr>
            <a:cxnSpLocks/>
          </p:cNvCxnSpPr>
          <p:nvPr/>
        </p:nvCxnSpPr>
        <p:spPr>
          <a:xfrm>
            <a:off x="3252335" y="2088519"/>
            <a:ext cx="0" cy="2192059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3B126BF-5642-2834-6455-EA368DD64A1B}"/>
              </a:ext>
            </a:extLst>
          </p:cNvPr>
          <p:cNvCxnSpPr>
            <a:cxnSpLocks/>
          </p:cNvCxnSpPr>
          <p:nvPr/>
        </p:nvCxnSpPr>
        <p:spPr>
          <a:xfrm>
            <a:off x="3223633" y="4252933"/>
            <a:ext cx="553790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7A0AAEF-8673-AD2D-1274-8D666CA042C0}"/>
              </a:ext>
            </a:extLst>
          </p:cNvPr>
          <p:cNvCxnSpPr>
            <a:cxnSpLocks/>
          </p:cNvCxnSpPr>
          <p:nvPr/>
        </p:nvCxnSpPr>
        <p:spPr>
          <a:xfrm>
            <a:off x="3223633" y="2108049"/>
            <a:ext cx="553790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79FE1A7-E7B6-EC06-E538-17B4040394A4}"/>
              </a:ext>
            </a:extLst>
          </p:cNvPr>
          <p:cNvCxnSpPr>
            <a:cxnSpLocks/>
          </p:cNvCxnSpPr>
          <p:nvPr/>
        </p:nvCxnSpPr>
        <p:spPr>
          <a:xfrm>
            <a:off x="4820612" y="4262221"/>
            <a:ext cx="405000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70DDE27-2258-6174-D47D-B75E7F759A6D}"/>
              </a:ext>
            </a:extLst>
          </p:cNvPr>
          <p:cNvCxnSpPr>
            <a:cxnSpLocks/>
          </p:cNvCxnSpPr>
          <p:nvPr/>
        </p:nvCxnSpPr>
        <p:spPr>
          <a:xfrm>
            <a:off x="4820612" y="3182933"/>
            <a:ext cx="405000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77CAAD2-BB70-D07E-D6D1-AB6E12D39AC1}"/>
              </a:ext>
            </a:extLst>
          </p:cNvPr>
          <p:cNvCxnSpPr>
            <a:cxnSpLocks/>
          </p:cNvCxnSpPr>
          <p:nvPr/>
        </p:nvCxnSpPr>
        <p:spPr>
          <a:xfrm>
            <a:off x="4809161" y="2108048"/>
            <a:ext cx="405000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5245955-379A-C911-27E8-E3C8FEC677B4}"/>
              </a:ext>
            </a:extLst>
          </p:cNvPr>
          <p:cNvGrpSpPr/>
          <p:nvPr/>
        </p:nvGrpSpPr>
        <p:grpSpPr>
          <a:xfrm>
            <a:off x="7759220" y="2566415"/>
            <a:ext cx="1216152" cy="1216152"/>
            <a:chOff x="1871202" y="2751585"/>
            <a:chExt cx="1216152" cy="1216152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707C127-917B-BD2D-AA38-0B5CA3B4B7F9}"/>
                </a:ext>
              </a:extLst>
            </p:cNvPr>
            <p:cNvSpPr/>
            <p:nvPr/>
          </p:nvSpPr>
          <p:spPr>
            <a:xfrm>
              <a:off x="2033683" y="2914066"/>
              <a:ext cx="891190" cy="89119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Multiply 51">
              <a:extLst>
                <a:ext uri="{FF2B5EF4-FFF2-40B4-BE49-F238E27FC236}">
                  <a16:creationId xmlns:a16="http://schemas.microsoft.com/office/drawing/2014/main" id="{CF7F204A-F08A-2B42-9DD8-C0C8DB51DA06}"/>
                </a:ext>
              </a:extLst>
            </p:cNvPr>
            <p:cNvSpPr/>
            <p:nvPr/>
          </p:nvSpPr>
          <p:spPr>
            <a:xfrm>
              <a:off x="1871202" y="2751585"/>
              <a:ext cx="1216152" cy="1216152"/>
            </a:xfrm>
            <a:prstGeom prst="mathMultiply">
              <a:avLst>
                <a:gd name="adj1" fmla="val 2711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2335EBD-E918-88F9-CD7C-82BE47EFD286}"/>
              </a:ext>
            </a:extLst>
          </p:cNvPr>
          <p:cNvCxnSpPr>
            <a:cxnSpLocks/>
          </p:cNvCxnSpPr>
          <p:nvPr/>
        </p:nvCxnSpPr>
        <p:spPr>
          <a:xfrm>
            <a:off x="7333412" y="3182364"/>
            <a:ext cx="583243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9B083C4-635C-9C1B-47C9-5839C35747CA}"/>
              </a:ext>
            </a:extLst>
          </p:cNvPr>
          <p:cNvCxnSpPr>
            <a:cxnSpLocks/>
          </p:cNvCxnSpPr>
          <p:nvPr/>
        </p:nvCxnSpPr>
        <p:spPr>
          <a:xfrm>
            <a:off x="7335239" y="2103077"/>
            <a:ext cx="1059459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6CB6E8F-5035-3F2A-863E-75A6465240DB}"/>
              </a:ext>
            </a:extLst>
          </p:cNvPr>
          <p:cNvCxnSpPr>
            <a:cxnSpLocks/>
          </p:cNvCxnSpPr>
          <p:nvPr/>
        </p:nvCxnSpPr>
        <p:spPr>
          <a:xfrm>
            <a:off x="8367296" y="2088519"/>
            <a:ext cx="0" cy="632101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6E0C8F4-BF05-B8FA-408D-46919CBB7C10}"/>
              </a:ext>
            </a:extLst>
          </p:cNvPr>
          <p:cNvCxnSpPr>
            <a:cxnSpLocks/>
          </p:cNvCxnSpPr>
          <p:nvPr/>
        </p:nvCxnSpPr>
        <p:spPr>
          <a:xfrm>
            <a:off x="7334353" y="4252933"/>
            <a:ext cx="1059459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25B5803F-9852-C2EC-711B-99FBFC0A53D8}"/>
              </a:ext>
            </a:extLst>
          </p:cNvPr>
          <p:cNvCxnSpPr>
            <a:cxnSpLocks/>
          </p:cNvCxnSpPr>
          <p:nvPr/>
        </p:nvCxnSpPr>
        <p:spPr>
          <a:xfrm flipV="1">
            <a:off x="8367296" y="3630909"/>
            <a:ext cx="0" cy="630936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7286F75E-FA1B-B2DF-F4CA-75A487B7A8D4}"/>
              </a:ext>
            </a:extLst>
          </p:cNvPr>
          <p:cNvSpPr/>
          <p:nvPr/>
        </p:nvSpPr>
        <p:spPr>
          <a:xfrm>
            <a:off x="10314154" y="2809887"/>
            <a:ext cx="1341902" cy="7091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Motors</a:t>
            </a:r>
            <a:endParaRPr lang="en-US" sz="28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140F28F-A33A-51A2-7166-20829C4EE405}"/>
              </a:ext>
            </a:extLst>
          </p:cNvPr>
          <p:cNvCxnSpPr>
            <a:cxnSpLocks/>
            <a:stCxn id="51" idx="6"/>
          </p:cNvCxnSpPr>
          <p:nvPr/>
        </p:nvCxnSpPr>
        <p:spPr>
          <a:xfrm flipV="1">
            <a:off x="8812891" y="3166215"/>
            <a:ext cx="1503766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A6E2612-C4CF-0579-22C4-B8347AC0D057}"/>
              </a:ext>
            </a:extLst>
          </p:cNvPr>
          <p:cNvCxnSpPr>
            <a:cxnSpLocks/>
          </p:cNvCxnSpPr>
          <p:nvPr/>
        </p:nvCxnSpPr>
        <p:spPr>
          <a:xfrm>
            <a:off x="11656056" y="3182364"/>
            <a:ext cx="1661829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32AAA303-456B-78AB-CFEE-C7456D8532B2}"/>
              </a:ext>
            </a:extLst>
          </p:cNvPr>
          <p:cNvSpPr/>
          <p:nvPr/>
        </p:nvSpPr>
        <p:spPr>
          <a:xfrm>
            <a:off x="5623283" y="5248885"/>
            <a:ext cx="1341902" cy="7091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Sensors</a:t>
            </a:r>
            <a:endParaRPr lang="en-US" sz="2800" i="1" dirty="0">
              <a:solidFill>
                <a:schemeClr val="tx1">
                  <a:lumMod val="75000"/>
                  <a:lumOff val="25000"/>
                </a:schemeClr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997CA9F-7E15-AE8B-123E-BD8654F09657}"/>
              </a:ext>
            </a:extLst>
          </p:cNvPr>
          <p:cNvCxnSpPr>
            <a:cxnSpLocks/>
          </p:cNvCxnSpPr>
          <p:nvPr/>
        </p:nvCxnSpPr>
        <p:spPr>
          <a:xfrm>
            <a:off x="12560032" y="3182364"/>
            <a:ext cx="0" cy="2455804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B62A88A2-C640-DF8D-A1E6-A87AC3F98EE4}"/>
              </a:ext>
            </a:extLst>
          </p:cNvPr>
          <p:cNvCxnSpPr>
            <a:cxnSpLocks/>
          </p:cNvCxnSpPr>
          <p:nvPr/>
        </p:nvCxnSpPr>
        <p:spPr>
          <a:xfrm flipH="1">
            <a:off x="6965185" y="5607450"/>
            <a:ext cx="5594847" cy="3566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8CA3FFDF-726B-8948-D2F9-CC668E30BBC5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1990086" y="5601645"/>
            <a:ext cx="3633197" cy="1809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DCE5DE7A-A132-96F1-D3EF-E6C1DB93941C}"/>
              </a:ext>
            </a:extLst>
          </p:cNvPr>
          <p:cNvCxnSpPr>
            <a:cxnSpLocks/>
            <a:endCxn id="7" idx="4"/>
          </p:cNvCxnSpPr>
          <p:nvPr/>
        </p:nvCxnSpPr>
        <p:spPr>
          <a:xfrm flipV="1">
            <a:off x="2017415" y="3627959"/>
            <a:ext cx="2766" cy="1982598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6FB94B0B-62D8-FBF1-CF93-DAF2B41E7F38}"/>
                  </a:ext>
                </a:extLst>
              </p:cNvPr>
              <p:cNvSpPr txBox="1"/>
              <p:nvPr/>
            </p:nvSpPr>
            <p:spPr>
              <a:xfrm>
                <a:off x="-39771" y="2504630"/>
                <a:ext cx="166182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Trebuchet MS" panose="020B0703020202090204" pitchFamily="34" charset="0"/>
                  </a:rPr>
                  <a:t>Target Angle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0°</m:t>
                    </m:r>
                  </m:oMath>
                </a14:m>
                <a:endParaRPr lang="en-US" i="1" dirty="0">
                  <a:solidFill>
                    <a:schemeClr val="bg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6FB94B0B-62D8-FBF1-CF93-DAF2B41E7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9771" y="2504630"/>
                <a:ext cx="1661829" cy="646331"/>
              </a:xfrm>
              <a:prstGeom prst="rect">
                <a:avLst/>
              </a:prstGeom>
              <a:blipFill>
                <a:blip r:embed="rId8"/>
                <a:stretch>
                  <a:fillRect t="-5769" r="-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2A58F3C3-1442-2555-EAC4-1253C1D6996A}"/>
                  </a:ext>
                </a:extLst>
              </p:cNvPr>
              <p:cNvSpPr txBox="1"/>
              <p:nvPr/>
            </p:nvSpPr>
            <p:spPr>
              <a:xfrm>
                <a:off x="1979375" y="2523362"/>
                <a:ext cx="166182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Trebuchet MS" panose="020B0703020202090204" pitchFamily="34" charset="0"/>
                  </a:rPr>
                  <a:t>Error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2A58F3C3-1442-2555-EAC4-1253C1D69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9375" y="2523362"/>
                <a:ext cx="1661829" cy="646331"/>
              </a:xfrm>
              <a:prstGeom prst="rect">
                <a:avLst/>
              </a:prstGeom>
              <a:blipFill>
                <a:blip r:embed="rId9"/>
                <a:stretch>
                  <a:fillRect t="-3846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3318238-5608-7953-497C-2884550A1C27}"/>
                  </a:ext>
                </a:extLst>
              </p:cNvPr>
              <p:cNvSpPr txBox="1"/>
              <p:nvPr/>
            </p:nvSpPr>
            <p:spPr>
              <a:xfrm>
                <a:off x="2104143" y="4914868"/>
                <a:ext cx="1823965" cy="6794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Trebuchet MS" panose="020B0703020202090204" pitchFamily="34" charset="0"/>
                  </a:rPr>
                  <a:t>Measured Angle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3318238-5608-7953-497C-2884550A1C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4143" y="4914868"/>
                <a:ext cx="1823965" cy="679481"/>
              </a:xfrm>
              <a:prstGeom prst="rect">
                <a:avLst/>
              </a:prstGeom>
              <a:blipFill>
                <a:blip r:embed="rId10"/>
                <a:stretch>
                  <a:fillRect l="-1379" t="-3636" r="-1379" b="-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919E2F25-4F96-B419-74A0-5DF2197EEED8}"/>
                  </a:ext>
                </a:extLst>
              </p:cNvPr>
              <p:cNvSpPr txBox="1"/>
              <p:nvPr/>
            </p:nvSpPr>
            <p:spPr>
              <a:xfrm>
                <a:off x="1979375" y="3446775"/>
                <a:ext cx="67509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–</m:t>
                      </m:r>
                    </m:oMath>
                  </m:oMathPara>
                </a14:m>
                <a:endParaRPr lang="en-US" b="1" i="1" dirty="0">
                  <a:solidFill>
                    <a:schemeClr val="bg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919E2F25-4F96-B419-74A0-5DF2197EE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9375" y="3446775"/>
                <a:ext cx="675095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9E6FC5BA-536F-DEAC-B45D-6D128C9D1828}"/>
                  </a:ext>
                </a:extLst>
              </p:cNvPr>
              <p:cNvSpPr txBox="1"/>
              <p:nvPr/>
            </p:nvSpPr>
            <p:spPr>
              <a:xfrm>
                <a:off x="1167901" y="2744364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bg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9E6FC5BA-536F-DEAC-B45D-6D128C9D1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901" y="2744364"/>
                <a:ext cx="67509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2BFD2722-4223-9DBA-534E-239BF66F6172}"/>
                  </a:ext>
                </a:extLst>
              </p:cNvPr>
              <p:cNvSpPr txBox="1"/>
              <p:nvPr/>
            </p:nvSpPr>
            <p:spPr>
              <a:xfrm>
                <a:off x="7526946" y="2776629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bg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2BFD2722-4223-9DBA-534E-239BF66F6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6946" y="2776629"/>
                <a:ext cx="67509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440FC8C2-64E3-0213-BF37-B9C7E39E1793}"/>
                  </a:ext>
                </a:extLst>
              </p:cNvPr>
              <p:cNvSpPr txBox="1"/>
              <p:nvPr/>
            </p:nvSpPr>
            <p:spPr>
              <a:xfrm>
                <a:off x="7864082" y="2420035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bg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440FC8C2-64E3-0213-BF37-B9C7E39E1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4082" y="2420035"/>
                <a:ext cx="67509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4AC3FEAC-2171-932A-CF6A-315A7B178894}"/>
                  </a:ext>
                </a:extLst>
              </p:cNvPr>
              <p:cNvSpPr txBox="1"/>
              <p:nvPr/>
            </p:nvSpPr>
            <p:spPr>
              <a:xfrm>
                <a:off x="7865026" y="3519990"/>
                <a:ext cx="6750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1" i="1" dirty="0">
                  <a:solidFill>
                    <a:schemeClr val="bg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4AC3FEAC-2171-932A-CF6A-315A7B178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026" y="3519990"/>
                <a:ext cx="67509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TextBox 111">
            <a:extLst>
              <a:ext uri="{FF2B5EF4-FFF2-40B4-BE49-F238E27FC236}">
                <a16:creationId xmlns:a16="http://schemas.microsoft.com/office/drawing/2014/main" id="{5142FC48-996A-E7FE-430F-4507F833EF66}"/>
              </a:ext>
            </a:extLst>
          </p:cNvPr>
          <p:cNvSpPr txBox="1"/>
          <p:nvPr/>
        </p:nvSpPr>
        <p:spPr>
          <a:xfrm>
            <a:off x="8654828" y="5201968"/>
            <a:ext cx="1661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Feedback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8F2D6A0-97C1-BE11-1610-7F4817B32BE7}"/>
              </a:ext>
            </a:extLst>
          </p:cNvPr>
          <p:cNvSpPr txBox="1"/>
          <p:nvPr/>
        </p:nvSpPr>
        <p:spPr>
          <a:xfrm>
            <a:off x="8782763" y="2499383"/>
            <a:ext cx="1341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Controller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944F90AE-8199-8B2B-1FE1-CE8117C55BDA}"/>
                  </a:ext>
                </a:extLst>
              </p:cNvPr>
              <p:cNvSpPr txBox="1"/>
              <p:nvPr/>
            </p:nvSpPr>
            <p:spPr>
              <a:xfrm>
                <a:off x="11656056" y="2467365"/>
                <a:ext cx="166182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  <a:latin typeface="Trebuchet MS" panose="020B0703020202090204" pitchFamily="34" charset="0"/>
                  </a:rPr>
                  <a:t>Current Angle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  <a:latin typeface="Trebuchet MS" panose="020B0703020202090204" pitchFamily="34" charset="0"/>
                </a:endParaRPr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944F90AE-8199-8B2B-1FE1-CE8117C55B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6056" y="2467365"/>
                <a:ext cx="1661829" cy="646331"/>
              </a:xfrm>
              <a:prstGeom prst="rect">
                <a:avLst/>
              </a:prstGeom>
              <a:blipFill>
                <a:blip r:embed="rId16"/>
                <a:stretch>
                  <a:fillRect l="-758" t="-3846" r="-758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50895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74023EF0-9D13-2C0E-7E0C-3554584AEBFD}"/>
              </a:ext>
            </a:extLst>
          </p:cNvPr>
          <p:cNvSpPr/>
          <p:nvPr/>
        </p:nvSpPr>
        <p:spPr>
          <a:xfrm>
            <a:off x="4414010" y="5892799"/>
            <a:ext cx="3070138" cy="33081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A3301F-7451-EC82-2DE4-A546A1D763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21" t="4402" r="10576" b="4985"/>
          <a:stretch>
            <a:fillRect/>
          </a:stretch>
        </p:blipFill>
        <p:spPr>
          <a:xfrm>
            <a:off x="4560931" y="594710"/>
            <a:ext cx="3070137" cy="546537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F545D20-53B1-5134-F88E-B5DD53162D35}"/>
              </a:ext>
            </a:extLst>
          </p:cNvPr>
          <p:cNvSpPr>
            <a:spLocks noChangeAspect="1"/>
          </p:cNvSpPr>
          <p:nvPr/>
        </p:nvSpPr>
        <p:spPr>
          <a:xfrm>
            <a:off x="-1453665" y="314323"/>
            <a:ext cx="5033110" cy="62913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4C9188-456E-94F0-D924-72D58A61E17C}"/>
              </a:ext>
            </a:extLst>
          </p:cNvPr>
          <p:cNvSpPr>
            <a:spLocks noChangeAspect="1"/>
          </p:cNvSpPr>
          <p:nvPr/>
        </p:nvSpPr>
        <p:spPr>
          <a:xfrm>
            <a:off x="3579445" y="314323"/>
            <a:ext cx="5033110" cy="62913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9BA4F0-7C29-AB26-F8F4-8064DFA6689F}"/>
              </a:ext>
            </a:extLst>
          </p:cNvPr>
          <p:cNvSpPr>
            <a:spLocks noChangeAspect="1"/>
          </p:cNvSpPr>
          <p:nvPr/>
        </p:nvSpPr>
        <p:spPr>
          <a:xfrm>
            <a:off x="8612555" y="316033"/>
            <a:ext cx="5033110" cy="62913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D5F90C5-27AA-76C9-5150-9BD39B0B56FB}"/>
              </a:ext>
            </a:extLst>
          </p:cNvPr>
          <p:cNvSpPr/>
          <p:nvPr/>
        </p:nvSpPr>
        <p:spPr>
          <a:xfrm>
            <a:off x="-459060" y="5892799"/>
            <a:ext cx="3070138" cy="33081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5E4EC6-8BDC-5FB6-0A73-760315B971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21" t="4402" r="10576" b="4985"/>
          <a:stretch>
            <a:fillRect/>
          </a:stretch>
        </p:blipFill>
        <p:spPr>
          <a:xfrm rot="600000">
            <a:off x="-472179" y="594710"/>
            <a:ext cx="3070137" cy="5465379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096A83AC-99C2-5CAD-1703-BDEB68D5A478}"/>
              </a:ext>
            </a:extLst>
          </p:cNvPr>
          <p:cNvSpPr/>
          <p:nvPr/>
        </p:nvSpPr>
        <p:spPr>
          <a:xfrm>
            <a:off x="9505176" y="5892799"/>
            <a:ext cx="3070138" cy="33081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B492860-99E1-0603-1328-0CD50FE5C4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21" t="4402" r="10576" b="4985"/>
          <a:stretch>
            <a:fillRect/>
          </a:stretch>
        </p:blipFill>
        <p:spPr>
          <a:xfrm rot="-600000">
            <a:off x="9594041" y="594710"/>
            <a:ext cx="3070137" cy="5465379"/>
          </a:xfrm>
          <a:prstGeom prst="rect">
            <a:avLst/>
          </a:prstGeom>
        </p:spPr>
      </p:pic>
      <p:sp>
        <p:nvSpPr>
          <p:cNvPr id="24" name="Right Arrow 23">
            <a:extLst>
              <a:ext uri="{FF2B5EF4-FFF2-40B4-BE49-F238E27FC236}">
                <a16:creationId xmlns:a16="http://schemas.microsoft.com/office/drawing/2014/main" id="{524A0F48-7E3B-94C2-95C7-82F7123ACE3D}"/>
              </a:ext>
            </a:extLst>
          </p:cNvPr>
          <p:cNvSpPr/>
          <p:nvPr/>
        </p:nvSpPr>
        <p:spPr>
          <a:xfrm>
            <a:off x="2019235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9E04045C-BDA3-5F59-3DD3-1606AB540D4D}"/>
              </a:ext>
            </a:extLst>
          </p:cNvPr>
          <p:cNvSpPr/>
          <p:nvPr/>
        </p:nvSpPr>
        <p:spPr>
          <a:xfrm>
            <a:off x="2128151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A23EAE87-E317-F222-57A5-0EA532105384}"/>
              </a:ext>
            </a:extLst>
          </p:cNvPr>
          <p:cNvSpPr/>
          <p:nvPr/>
        </p:nvSpPr>
        <p:spPr>
          <a:xfrm>
            <a:off x="2230292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rgbClr val="068EDD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89B085E7-8D29-3E7C-088B-6BD3612B760A}"/>
              </a:ext>
            </a:extLst>
          </p:cNvPr>
          <p:cNvSpPr/>
          <p:nvPr/>
        </p:nvSpPr>
        <p:spPr>
          <a:xfrm rot="10800000">
            <a:off x="9559544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04FFCE8E-5D4A-E906-2541-6EF1C7131BE6}"/>
              </a:ext>
            </a:extLst>
          </p:cNvPr>
          <p:cNvSpPr/>
          <p:nvPr/>
        </p:nvSpPr>
        <p:spPr>
          <a:xfrm rot="10800000">
            <a:off x="9457403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755C904A-C039-28DF-7CDD-ACE2C9379347}"/>
              </a:ext>
            </a:extLst>
          </p:cNvPr>
          <p:cNvSpPr/>
          <p:nvPr/>
        </p:nvSpPr>
        <p:spPr>
          <a:xfrm rot="10800000">
            <a:off x="9348487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rgbClr val="068EDD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ircular Arrow 29">
            <a:extLst>
              <a:ext uri="{FF2B5EF4-FFF2-40B4-BE49-F238E27FC236}">
                <a16:creationId xmlns:a16="http://schemas.microsoft.com/office/drawing/2014/main" id="{D7CF51C5-E4BA-BFA8-06B8-7F2C92096C1F}"/>
              </a:ext>
            </a:extLst>
          </p:cNvPr>
          <p:cNvSpPr/>
          <p:nvPr/>
        </p:nvSpPr>
        <p:spPr>
          <a:xfrm rot="2384124">
            <a:off x="2244719" y="539785"/>
            <a:ext cx="886627" cy="980652"/>
          </a:xfrm>
          <a:prstGeom prst="circularArrow">
            <a:avLst>
              <a:gd name="adj1" fmla="val 12500"/>
              <a:gd name="adj2" fmla="val 1245502"/>
              <a:gd name="adj3" fmla="val 20457681"/>
              <a:gd name="adj4" fmla="val 13890118"/>
              <a:gd name="adj5" fmla="val 13518"/>
            </a:avLst>
          </a:prstGeom>
          <a:solidFill>
            <a:srgbClr val="068EDD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Circular Arrow 30">
            <a:extLst>
              <a:ext uri="{FF2B5EF4-FFF2-40B4-BE49-F238E27FC236}">
                <a16:creationId xmlns:a16="http://schemas.microsoft.com/office/drawing/2014/main" id="{DFE75C65-5EC7-C4EC-1B2F-74377CEFC9EF}"/>
              </a:ext>
            </a:extLst>
          </p:cNvPr>
          <p:cNvSpPr/>
          <p:nvPr/>
        </p:nvSpPr>
        <p:spPr>
          <a:xfrm rot="19215876" flipH="1">
            <a:off x="8823588" y="586485"/>
            <a:ext cx="886627" cy="980652"/>
          </a:xfrm>
          <a:prstGeom prst="circularArrow">
            <a:avLst>
              <a:gd name="adj1" fmla="val 12500"/>
              <a:gd name="adj2" fmla="val 1245502"/>
              <a:gd name="adj3" fmla="val 20457681"/>
              <a:gd name="adj4" fmla="val 13890118"/>
              <a:gd name="adj5" fmla="val 13518"/>
            </a:avLst>
          </a:prstGeom>
          <a:solidFill>
            <a:srgbClr val="068EDD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3428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D6703D-5B9E-3DF4-92A8-ACAD9169A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4A621C91-B0B0-D3C1-9560-EB7D115DFAE4}"/>
              </a:ext>
            </a:extLst>
          </p:cNvPr>
          <p:cNvSpPr/>
          <p:nvPr/>
        </p:nvSpPr>
        <p:spPr>
          <a:xfrm>
            <a:off x="4414010" y="5892799"/>
            <a:ext cx="3070138" cy="330811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4F4520-CEB1-87FA-D1A9-C7B67338A9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21" t="4402" r="10576" b="4985"/>
          <a:stretch>
            <a:fillRect/>
          </a:stretch>
        </p:blipFill>
        <p:spPr>
          <a:xfrm>
            <a:off x="4560931" y="594710"/>
            <a:ext cx="3070137" cy="546537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E90E21-8A66-29B2-42B7-AE6C3D60F835}"/>
              </a:ext>
            </a:extLst>
          </p:cNvPr>
          <p:cNvSpPr>
            <a:spLocks noChangeAspect="1"/>
          </p:cNvSpPr>
          <p:nvPr/>
        </p:nvSpPr>
        <p:spPr>
          <a:xfrm>
            <a:off x="-1453665" y="314323"/>
            <a:ext cx="5033110" cy="62913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FAFD7A-DD86-FD1D-5F05-138A68B7299E}"/>
              </a:ext>
            </a:extLst>
          </p:cNvPr>
          <p:cNvSpPr>
            <a:spLocks noChangeAspect="1"/>
          </p:cNvSpPr>
          <p:nvPr/>
        </p:nvSpPr>
        <p:spPr>
          <a:xfrm>
            <a:off x="3579445" y="314323"/>
            <a:ext cx="5033110" cy="62913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2A0CE3-53E0-324D-F664-87F65A7BCF93}"/>
              </a:ext>
            </a:extLst>
          </p:cNvPr>
          <p:cNvSpPr>
            <a:spLocks noChangeAspect="1"/>
          </p:cNvSpPr>
          <p:nvPr/>
        </p:nvSpPr>
        <p:spPr>
          <a:xfrm>
            <a:off x="8612555" y="316033"/>
            <a:ext cx="5033110" cy="62913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94A6011-1671-6033-9AE7-3E6B8DE435C3}"/>
              </a:ext>
            </a:extLst>
          </p:cNvPr>
          <p:cNvSpPr/>
          <p:nvPr/>
        </p:nvSpPr>
        <p:spPr>
          <a:xfrm>
            <a:off x="-459060" y="5892799"/>
            <a:ext cx="3070138" cy="330811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C211B89-350E-0A97-6261-7FFEE3D05B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21" t="4402" r="10576" b="4985"/>
          <a:stretch>
            <a:fillRect/>
          </a:stretch>
        </p:blipFill>
        <p:spPr>
          <a:xfrm rot="600000">
            <a:off x="-472179" y="594710"/>
            <a:ext cx="3070137" cy="5465379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BD703E35-646F-8B8C-1F26-AD5D664895A5}"/>
              </a:ext>
            </a:extLst>
          </p:cNvPr>
          <p:cNvSpPr/>
          <p:nvPr/>
        </p:nvSpPr>
        <p:spPr>
          <a:xfrm>
            <a:off x="9505176" y="5892799"/>
            <a:ext cx="3070138" cy="330811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AC6EAA-5AEB-718F-19BA-FE0C60A87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21" t="4402" r="10576" b="4985"/>
          <a:stretch>
            <a:fillRect/>
          </a:stretch>
        </p:blipFill>
        <p:spPr>
          <a:xfrm rot="-600000">
            <a:off x="9594041" y="594710"/>
            <a:ext cx="3070137" cy="5465379"/>
          </a:xfrm>
          <a:prstGeom prst="rect">
            <a:avLst/>
          </a:prstGeom>
        </p:spPr>
      </p:pic>
      <p:sp>
        <p:nvSpPr>
          <p:cNvPr id="24" name="Right Arrow 23">
            <a:extLst>
              <a:ext uri="{FF2B5EF4-FFF2-40B4-BE49-F238E27FC236}">
                <a16:creationId xmlns:a16="http://schemas.microsoft.com/office/drawing/2014/main" id="{6507D2D8-F3DA-B5EC-1C13-51DDF7AA416E}"/>
              </a:ext>
            </a:extLst>
          </p:cNvPr>
          <p:cNvSpPr/>
          <p:nvPr/>
        </p:nvSpPr>
        <p:spPr>
          <a:xfrm>
            <a:off x="2019235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A5254FE1-4E61-C9EE-777E-B1BE4A69E6E2}"/>
              </a:ext>
            </a:extLst>
          </p:cNvPr>
          <p:cNvSpPr/>
          <p:nvPr/>
        </p:nvSpPr>
        <p:spPr>
          <a:xfrm>
            <a:off x="2128151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AD87AA8B-0AF0-299D-8A95-5B1E26FA8EE1}"/>
              </a:ext>
            </a:extLst>
          </p:cNvPr>
          <p:cNvSpPr/>
          <p:nvPr/>
        </p:nvSpPr>
        <p:spPr>
          <a:xfrm>
            <a:off x="2230292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rgbClr val="068EDD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B57CEB4D-8C11-2143-BD04-F5284C425935}"/>
              </a:ext>
            </a:extLst>
          </p:cNvPr>
          <p:cNvSpPr/>
          <p:nvPr/>
        </p:nvSpPr>
        <p:spPr>
          <a:xfrm rot="10800000">
            <a:off x="9559544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2CB5B8D8-5CF5-1621-2D4C-AAF06F9F7B83}"/>
              </a:ext>
            </a:extLst>
          </p:cNvPr>
          <p:cNvSpPr/>
          <p:nvPr/>
        </p:nvSpPr>
        <p:spPr>
          <a:xfrm rot="10800000">
            <a:off x="9457403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562E7F8B-D8CA-9DFB-6DE0-5C043B34760E}"/>
              </a:ext>
            </a:extLst>
          </p:cNvPr>
          <p:cNvSpPr/>
          <p:nvPr/>
        </p:nvSpPr>
        <p:spPr>
          <a:xfrm rot="10800000">
            <a:off x="9348487" y="5561988"/>
            <a:ext cx="784950" cy="330811"/>
          </a:xfrm>
          <a:prstGeom prst="rightArrow">
            <a:avLst>
              <a:gd name="adj1" fmla="val 50000"/>
              <a:gd name="adj2" fmla="val 89487"/>
            </a:avLst>
          </a:prstGeom>
          <a:solidFill>
            <a:srgbClr val="068EDD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ircular Arrow 29">
            <a:extLst>
              <a:ext uri="{FF2B5EF4-FFF2-40B4-BE49-F238E27FC236}">
                <a16:creationId xmlns:a16="http://schemas.microsoft.com/office/drawing/2014/main" id="{465AEBA1-843A-3930-FC88-4DBF94B934A9}"/>
              </a:ext>
            </a:extLst>
          </p:cNvPr>
          <p:cNvSpPr/>
          <p:nvPr/>
        </p:nvSpPr>
        <p:spPr>
          <a:xfrm rot="2384124">
            <a:off x="2244719" y="539785"/>
            <a:ext cx="886627" cy="980652"/>
          </a:xfrm>
          <a:prstGeom prst="circularArrow">
            <a:avLst>
              <a:gd name="adj1" fmla="val 12500"/>
              <a:gd name="adj2" fmla="val 1245502"/>
              <a:gd name="adj3" fmla="val 20457681"/>
              <a:gd name="adj4" fmla="val 13890118"/>
              <a:gd name="adj5" fmla="val 13518"/>
            </a:avLst>
          </a:prstGeom>
          <a:solidFill>
            <a:srgbClr val="068EDD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Circular Arrow 30">
            <a:extLst>
              <a:ext uri="{FF2B5EF4-FFF2-40B4-BE49-F238E27FC236}">
                <a16:creationId xmlns:a16="http://schemas.microsoft.com/office/drawing/2014/main" id="{5AE497DA-01D9-1A5C-E2CD-3072B21F56CB}"/>
              </a:ext>
            </a:extLst>
          </p:cNvPr>
          <p:cNvSpPr/>
          <p:nvPr/>
        </p:nvSpPr>
        <p:spPr>
          <a:xfrm rot="19215876" flipH="1">
            <a:off x="8823588" y="586485"/>
            <a:ext cx="886627" cy="980652"/>
          </a:xfrm>
          <a:prstGeom prst="circularArrow">
            <a:avLst>
              <a:gd name="adj1" fmla="val 12500"/>
              <a:gd name="adj2" fmla="val 1245502"/>
              <a:gd name="adj3" fmla="val 20457681"/>
              <a:gd name="adj4" fmla="val 13890118"/>
              <a:gd name="adj5" fmla="val 13518"/>
            </a:avLst>
          </a:prstGeom>
          <a:solidFill>
            <a:srgbClr val="068EDD"/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585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150</Words>
  <Application>Microsoft Macintosh PowerPoint</Application>
  <PresentationFormat>Widescreen</PresentationFormat>
  <Paragraphs>66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Arial Black</vt:lpstr>
      <vt:lpstr>Cambria Math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Golden</dc:creator>
  <cp:lastModifiedBy>Jake Golden</cp:lastModifiedBy>
  <cp:revision>3</cp:revision>
  <dcterms:created xsi:type="dcterms:W3CDTF">2025-10-13T19:06:52Z</dcterms:created>
  <dcterms:modified xsi:type="dcterms:W3CDTF">2026-07-13T00:50:22Z</dcterms:modified>
</cp:coreProperties>
</file>